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3: </a:t>
            </a:r>
            <a:r>
              <a:rPr sz="2100"/>
              <a:t>Fungsi Excel dan IF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Fungsi bawaan Excel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Logika TRUE/FALSE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IF tunggal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IF majemuk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Kasus nilai mahasiswa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Menulis fungsi Excel dengan argumen yang benar.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Membaca ekspresi logika sebagai TRUE atau FALSE.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Menggunakan IF tunggal dan IF majemuk.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Membuat aturan nilai A, B, C, D, E secara konsisten.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Fungsi Excel dan IF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Review formula dan referensi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Prediksi hasil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12-28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SUM, AVERAGE, MIN, MAX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Ringkasan data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Operator logika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TRUE/FALSE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43-60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IF tunggal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Lulus/tidak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IF majemuk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A-B-C-D-E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78-92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Latihan kasus nilai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Tabel penilaian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Latihan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Fungsi mengubah input menjadi output: =NAMA_FUNGSI(argumen).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SUM menjumlahkan; AVERAGE mencari rata-rata; MIN/MAX mencari batas.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Argumen dapat berupa angka, cell, atau range.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Gunakan nama fungsi untuk menjelaskan niat hitungan.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Fungsi Excel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Ekspresi seperti B2&gt;=60 menghasilkan TRUE atau FALSE.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AND memerlukan semua syarat benar; OR cukup salah satu benar.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Urutan batas nilai harus konsisten agar tidak tumpang tindih.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Logika yang jelas lebih penting daripada formula yang terlihat pendek.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Logika TRUE/FALSE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Pola: =IF(syarat, nilai</a:t>
            </a:r>
            <a:r>
              <a:rPr sz="1550" i="1"/>
              <a:t>jika</a:t>
            </a:r>
            <a:r>
              <a:rPr sz="1550"/>
              <a:t>benar, nilai</a:t>
            </a:r>
            <a:r>
              <a:rPr sz="1550" i="1"/>
              <a:t>jika</a:t>
            </a:r>
            <a:r>
              <a:rPr sz="1550"/>
              <a:t>salah).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Contoh: =IF(B2&gt;=60, "Lulus", "Tidak lulus").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Selalu uji batas: 59, 60, dan 61.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Kasus batas adalah tempat bug paling sering muncul.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IF Tunggal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IF bertingkat dipakai saat kategori lebih dari dua.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Contoh nilai: A &gt;= 80, B &gt;= 70, C &gt;= 60, D &gt;= 50, selain itu 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Mulai dari batas tertinggi agar formula mudah dibaca.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Gunakan tabel bantu jika aturan makin panjang.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IF Majemuk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kolom nilai akhir dan huruf mutu untuk 8 mahasiswa.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Uji nilai 49, 50, 59, 60, 69, 70, 79, 80.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Jelaskan satu baris formula IF dengan bahasa manusia.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Prediksi hasil =IF(75&gt;=70,"B","C").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nilai 80 harus diuji saat membuat kategori A?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Tuliskan aturan IF majemuk untuk A, B, C, D, E dalam kalimat.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Singkat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