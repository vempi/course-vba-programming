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Algoritma dan Pemrograman Komputer</a:t>
            </a:r>
            <a:br/>
            <a:r>
              <a:rPr sz="1900" i="1" b="0">
                <a:solidFill>
                  <a:srgbClr val="000000"/>
                </a:solidFill>
              </a:rPr>
              <a:t>Excel dan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Departemen Teknik Sipil dan Lingkungan Fakultas Teknik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Agustus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Departemen Teknik Sipil dan Lingkungan FT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Pertemuan 7: </a:t>
            </a:r>
            <a:r>
              <a:rPr sz="2100"/>
              <a:t>UserForm dan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UserForm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Control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Property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Event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Mini aplikasi pra-UTS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Materi Pembelajaran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Menjelaskan fungsi UserForm sebagai antarmuka kecil.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Mengenali control umum: Label, TextBox, ComboBox, CommandButton.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Mengatur property penting dan menulis event sederhana.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Menyusun mini aplikasi hitungan yang dapat diverifikasi manual.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Capaian Pembelajaran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UserForm dan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Alur 100 Menit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Menit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Kegiatan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Produk kecil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Review Function/Sub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Peta program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10-25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UserForm sebagai antarmuka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Sketsa form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25-42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Control dan property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Nama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42-60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Event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Klik tombol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60-78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Contoh form hitung luas/volume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Demo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78-93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Praktik integratif pra-UTS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Mini aplikasi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93-100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Latihan dan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3 jawaban inti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Konsep Inti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UserForm adalah jendela input-output kecil untuk pengguna.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Form berguna saat pengguna tidak perlu melihat semua worksheet.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Form tidak menggantikan validasi; data tetap harus diperiksa.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Desain sederhana lebih baik: sedikit input, tombol jelas, output mudah dibaca.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UserForm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Label memberi keterangan; TextBox menerima input; Button menjalankan perintah.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Property mengatur nama, caption, nilai awal, warna, dan ukuran.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Nama control sebaiknya bermakna: txtPanjang, txtLebar, cmdHitung.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Caption untuk pengguna; Name untuk kode.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Control dan Property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Event adalah kejadian yang memicu kode, misalnya tombol diklik.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Kode event biasanya membaca input, validasi, panggil fungsi, tampilkan output.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Jika input kosong atau bukan angka, tampilkan pesan yang jelas.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Event yang pendek lebih mudah diuji dan dirawat.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Pilih satu kasus kecil: luas, volume, konversi satuan, atau nilai mahasiswa.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Buat algoritma, worksheet/form, kode, dan hasil pembanding manual.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Verifikasi minimal dengan satu kasus mudah dan satu kasus batas.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Kumpulkan program kecil plus catatan cara mengecek hasilnya.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Praktik Pra-UTS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2. Demo Singkat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350" b="1">
                <a:solidFill>
                  <a:srgbClr val="1F497D"/>
                </a:solidFill>
              </a:rPr>
              <a:t>Baca dari atas ke bawah: data masuk, proses, lalu hasil keluar.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Contoh Script VBA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89888"/>
            <a:ext cx="7955279" cy="2743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Private Sub cmdHitung_Click()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Dim p As Double, l As Double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p = CDbl(txtPanjang.Value)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l = CDbl(txtLebar.Value)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lblHasil.Caption = "Luas = " &amp; Format(p * l, "0.00")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End Sub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187952"/>
            <a:ext cx="7955279" cy="429768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404040"/>
                </a:solidFill>
              </a:rPr>
              <a:t>Fokus observasi: input, proses, output, dan lokasi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Rancang form dengan dua input, satu tombol, dan satu label hasil.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Buat fungsi hitung terpisah dari event tombol.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Uji input normal, input kosong, dan input nol.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Kelas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Kerjakan mandiri 6 menit, lalu diskusi cepat 7 menit.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Apa bedanya property Name dan Caption pada sebuah Button?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Mengapa kode event sebaiknya tidak terlalu panjang?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Sebutkan dua kasus uji untuk mini aplikasi hitungan luas.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Singkat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konsep yang sudah jelas.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bagian yang masih membingungkan.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contoh penggunaan di teknik sipil yang ingin Anda coba.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Mulai dari masalah kecil, buat langkahnya jelas, lalu validasi hasilnya.</a:t>
            </a:r>
          </a:p>
          <a:p>
            <a:r>
              <a:rPr sz="1300">
                <a:solidFill>
                  <a:srgbClr val="FFFFFF"/>
                </a:solidFill>
              </a:rPr>
              <a:t>- Algoritma dan Pemrograman Komputer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