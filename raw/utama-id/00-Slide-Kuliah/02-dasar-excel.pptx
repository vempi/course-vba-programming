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Algoritma dan Pemrograman Komputer</a:t>
            </a:r>
            <a:br/>
            <a:r>
              <a:rPr sz="1900" i="1" b="0">
                <a:solidFill>
                  <a:srgbClr val="000000"/>
                </a:solidFill>
              </a:rPr>
              <a:t>Excel dan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Departemen Teknik Sipil dan Lingkungan Fakultas Teknik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Agustus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Departemen Teknik Sipil dan Lingkungan FT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Pertemuan 2: </a:t>
            </a:r>
            <a:r>
              <a:rPr sz="2100"/>
              <a:t>Dasar Excel untuk Komputasi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Sel, worksheet, workbook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Referensi relatif dan absolut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Jenis data dan bilangan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Error, nol, dan iterasi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Fungsi Excel dasar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Materi Pembelajaran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Membedakan nilai, label, formula, dan format tampilan.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Menggunakan referensi relatif dan absolut dengan benar.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Membaca error Excel sebagai petunjuk debugging.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Membangun tabel hitungan kecil yang dapat diperiksa manual.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Capaian Pembelajaran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Dasar Excel untuk Komputasi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Alur 100 Menit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Menit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Kegiatan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Produk kecil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Pemanasan: spreadsheet sebagai model hitung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Satu contoh cell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10-28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Sel, range, worksheet, workbook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Peta workbook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28-45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Referensi relatif dan absolut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Salin formula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45-60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Jenis data dan bilangan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Cek angka vs teks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60-75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Error, nol, dan iterasi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Lacak #DIV/0!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75-90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Fungsi Excel dasar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Mini tabel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90-100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Latihan dan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3 jawaban inti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Konsep Inti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Cell menyimpan nilai, label, atau formula; format hanya cara menampilkan.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Formula selalu dimulai dengan tanda sama dengan.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Range membantu membaca data sebagai tabel, bukan sel terpisah.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Model yang baik memisahkan input, proses, dan output.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Excel sebagai Model Hitung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A1 berubah saat formula disalin karena relatif terhadap posisi baru.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$A$1 tetap mengunci kolom dan baris.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A$1 mengunci baris; $A1 mengunci kolom.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Di Excel, tombol cepat untuk toggle referensi adalah F4.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Acu Relatif dan Absolut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#DIV/0! berarti pembagi kosong atau bernilai nol.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#VALUE! sering muncul karena angka terbaca sebagai teks.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Nol adalah nilai sah; kosong berarti belum ada data.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Debugging dimulai dari cell input, bukan langsung dari output akhir.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Error dan Nol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Iterasi berarti menghitung berulang sampai perubahan kecil atau syarat terpenuhi.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Contoh sipil: coba-coba dimensi sampai kapasitas memenuhi debit rencana.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Batasi iterasi agar proses tidak berjalan tanpa akhir.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Selalu bandingkan hasil iterasi dengan hitungan manual sederhana.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Iterasi di Excel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Buat tabel panjang, lebar, luas untuk tiga baris data.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Salin formula luas dan amati mana referensi yang berubah.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Buat satu kesalahan #DIV/0!, lalu jelaskan penyebabnya.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Kelas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Kerjakan mandiri 6 menit, lalu diskusi cepat 7 menit.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Apa perbedaan isi cell 10, '10', dan =5+5?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Kapan memakai $B$1 pada formula yang disalin ke banyak baris?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Mengapa nilai nol tidak boleh selalu diperlakukan sama dengan cell kosong?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Singkat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konsep yang sudah jelas.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bagian yang masih membingungkan.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contoh penggunaan di teknik sipil yang ingin Anda coba.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Mulai dari masalah kecil, buat langkahnya jelas, lalu validasi hasilnya.</a:t>
            </a:r>
          </a:p>
          <a:p>
            <a:r>
              <a:rPr sz="1300">
                <a:solidFill>
                  <a:srgbClr val="FFFFFF"/>
                </a:solidFill>
              </a:rPr>
              <a:t>- Algoritma dan Pemrograman Komputer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