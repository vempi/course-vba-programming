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Algoritma dan Pemrograman Komputer</a:t>
            </a:r>
            <a:br/>
            <a:r>
              <a:rPr sz="1900" i="1" b="0">
                <a:solidFill>
                  <a:srgbClr val="000000"/>
                </a:solidFill>
              </a:rPr>
              <a:t>Excel dan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Departemen Teknik Sipil dan Lingkungan Fakultas Teknik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Agustus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Departemen Teknik Sipil dan Lingkungan FT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Pertemuan 6: </a:t>
            </a:r>
            <a:r>
              <a:rPr sz="2100"/>
              <a:t>Input-Output dan Modularitas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Cells dan Range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Variabel lokal dan public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Array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Function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Subroutine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Materi Pembelajaran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Membaca dan menulis data memakai Cells dan Range.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Memakai variabel untuk menyimpan data sementara.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Membedakan Sub dan Function.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Menyusun program kecil yang lebih modular dan mudah diuji.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Capaian Pembelajaran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Input-Output dan Modularitas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Alur 100 Menit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Menit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Kegiatan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Produk kecil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Review macro linier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Pola input-output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Cells, Range, read, write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Tulis output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Variabel lokal dan public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Scope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45-60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Array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Data berulang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Function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Rumus modular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78-92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Subroutine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Prosedur utama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92-100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Kuis dan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3 jawaban inti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Konsep 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`Range("B2").Value` membaca atau menulis satu cell tertentu.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`Cells(baris, kolom)` memudahkan loop karena indeks dapat berubah.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Pisahkan area input dan output agar data lama tidak tertimpa.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Setiap program kecil perlu contoh input dan output acuan.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Input-Output VBA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Variabel menyimpan nilai sementara: panjang, lebar, luas, debit.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Variabel lokal hanya berlaku di dalam prosedur tempat ia dibuat.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Variabel public dapat dipakai beberapa prosedur, tetapi lebih sulit dilacak.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Untuk pemula, dahulukan variabel lokal agar debugging lebih jelas.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Variabel dan Scope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Array menyimpan banyak nilai dengan satu nama dan indeks.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Cocok untuk daftar panjang, debit, elevasi, atau nilai mahasiswa.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Indeks membuat program bisa membaca data berulang dalam loop.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Catat batas awal dan akhir indeks agar tidak keluar rentang.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Array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Function mengembalikan nilai, misalnya `Luas(P, L)`.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Subroutine menjalankan aksi, misalnya membaca tabel dan menulis laporan.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Modularitas membuat kode mudah diuji bagian per bagian.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Nama fungsi yang jelas adalah dokumentasi pertama.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Function dan Subroutine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Demo Singkat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Baca dari atas ke bawah: data masuk, proses, lalu hasil keluar.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Contoh Script VBA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Option Explicit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Function LuasPersegiPanjang(p As Double, l As Double) As Double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LuasPersegiPanjang = p * l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Function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Sub TulisLuas()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Dim p As Double, l As Double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p = Range("B1").Value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l = Range("B2").Value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Range("B3").Value = LuasPersegiPanjang(p, l)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Fokus observasi: input, proses, output, dan lokasi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Buat Function untuk volume balok: panjang * lebar * tinggi.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Buat Sub yang membaca B1:B3 dan menulis hasil di B4.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Uji dengan angka 2, 3, 4 sehingga hasil manualnya 24.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Kelas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Kerjakan mandiri 6 menit, lalu diskusi cepat 7 menit.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Kapan lebih tepat memakai Cells(i, 2) daripada Range("B2")?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Apa perbedaan utama Function dan Subroutine?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Mengapa variabel public perlu dipakai dengan hati-hati?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Kuis Singkat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konsep yang sudah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bagian yang masih membingungkan.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contoh penggunaan di teknik sipil yang ingin Anda coba.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Mulai dari masalah kecil, buat langkahnya jelas, lalu validasi hasilnya.</a:t>
            </a:r>
          </a:p>
          <a:p>
            <a:r>
              <a:rPr sz="1300">
                <a:solidFill>
                  <a:srgbClr val="FFFFFF"/>
                </a:solidFill>
              </a:rPr>
              <a:t>- Algoritma dan Pemrograman Komputer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