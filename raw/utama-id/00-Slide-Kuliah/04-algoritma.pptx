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4: </a:t>
            </a:r>
            <a:r>
              <a:rPr sz="2100"/>
              <a:t>Algoritma dan Elemen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Masalah menjadi langkah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Definisi algoritma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Input-proses-output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Flowchart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Pseudocode dan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Memecah persoalan hitungan menjadi langkah berurutan.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Mengenali input, proses, keputusan, pengulangan, dan output.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Menulis pseudocode sederhana sebelum menulis formula atau VBA.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Menghubungkan algoritma dengan program komputer.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Algoritma dan Elemen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Contoh urusan harian dan hitungan sipil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Langkah 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Definisi algoritma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Ciri algoritma baik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25-43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Input-proses-output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Sketsa 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43-62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Flowchart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Simbol utama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62-80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Pseudocode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Versi bahasa manusia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80-93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Terjemah ke Excel/VBA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Program kecil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93-100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Latihan dan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Komputer tidak memahami tujuan umum; komputer menjalankan instruksi spesifik.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Tugas kita: mengubah masalah menjadi urutan langkah yang tidak ambigu.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Algoritma boleh ditulis dengan kalimat, flowchart, atau pseudocode.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Sebelum coding, pastikan contoh manualnya benar.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Dari Masalah ke Langkah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Input: data yang diperlukan, termasuk satuan dan batas wajar.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Proses: rumus, transformasi, keputusan, atau pengulangan.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Output: hasil yang akan dipakai pengguna.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Validasi: pembanding untuk mengetahui hasil masuk akal atau tidak.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Elemen Algoritma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Oval: mulai/selesai; jajar genjang: input/output.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Persegi panjang: proses; belah ketupat: keputusan.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Panah menunjukkan urutan eksekusi.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Flowchart membantu melihat cabang dan loop sebelum coding.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Flowchart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Pseudocode adalah algoritma dengan bahasa semi-formal.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Contoh: baca panjang, baca lebar, luas = panjang * lebar, tampilkan luas.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Tidak perlu sintaks sempurna, tetapi langkahnya harus bisa dieksekusi.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Pseudocode menjadi jembatan dari ide ke Excel atau VBA.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Pseudocode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Ambil kasus luas penampang persegi panjang.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Tulis input, proses, dan output dalam tiga baris.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Ubah menjadi pseudocode dan flowchart sederhana.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Sebutkan input, proses, dan output untuk hitungan volume beton balok.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Mengapa algoritma perlu diuji dengan angka sederhana sebelum coding?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Kapan flowchart lebih membantu daripada pseudocode?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Singkat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