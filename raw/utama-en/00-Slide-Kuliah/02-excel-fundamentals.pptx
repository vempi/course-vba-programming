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Algorithms and Computer Programming</a:t>
            </a:r>
            <a:br/>
            <a:r>
              <a:rPr sz="1900" i="1" b="0">
                <a:solidFill>
                  <a:srgbClr val="000000"/>
                </a:solidFill>
              </a:rPr>
              <a:t>Excel and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Department of Civil and Environmental Engineering, Faculty of Engineering,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August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Department of Civil and Environmental Engineering,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Meeting 2: </a:t>
            </a:r>
            <a:r>
              <a:rPr sz="2100"/>
              <a:t>Excel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Cells, worksheets, workbooks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Relative and absolute references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Data and number types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Errors, zero, and iteration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Basic Excel functions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Distinguish values, labels, formulas, and display formats.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Use relative and absolute references correctly.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Read Excel errors as debugging clues.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Build a small calculation table that can be checked manually.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Learning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Excel Fundamentals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100-Minute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Small product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Warm-up: spreadsheet as a calculation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One example cell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10-28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Cells, ranges, worksheets, workbooks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Workbook map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Relative and absolute references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Copied formula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45-60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Data and number types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Number vs text check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Errors, zero, and iteration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Trace #DIV/0!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75-90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Basic Excel functions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Mini table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90-100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Exercise and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Three core answers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Core 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cell stores a value, label, or formula; formatting only controls display.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formula always starts with an equal sign.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range helps us read data as a table, not isolated cells.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 good model separates inputs, processes, and outputs.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Excel as a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A1 changes when a copied formula moves because it is relative.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$A$1 locks both column and row.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A$1 locks the row; $A1 locks the column.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In Excel, F4 toggles reference locking.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Cell 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#DIV/0! means the divisor is blank or zero.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#VALUE! often means a number is being read as text.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Zero is a valid value; blank means no data yet.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Debugging starts from input cells, not the final output.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Errors and Zero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Iteration means repeated calculation until a condition is met or the change is small.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Civil example: adjust a dimension until capacity satisfies design discharge.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Limit iteration so the process cannot run forever.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Always compare the result with a simple manual check.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Iteration in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Create a length-width-area table for three rows of data.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Copy the area formula and observe which references change.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Create one #DIV/0! error, then explain its cause.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Class Exercise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Work individually for 6 minutes, then discuss quickly for 7 minutes.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What is the difference among the cell contents 10, '10', and =5+5?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When should $B$1 be used in a formula copied across many rows?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Why should zero not always be treated the same as a blank cell?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Short Exercise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concept that is now clear.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part that is still confusing.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Write one civil engineering use case you want to try.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Start from a small problem, make the steps clear, then validate the result.</a:t>
            </a:r>
          </a:p>
          <a:p>
            <a:r>
              <a:rPr sz="1300">
                <a:solidFill>
                  <a:srgbClr val="FFFFFF"/>
                </a:solidFill>
              </a:rPr>
              <a:t>- Algorithms and Computer Programming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