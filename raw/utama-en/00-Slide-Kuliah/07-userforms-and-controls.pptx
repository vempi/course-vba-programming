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Algorithms and Computer Programming</a:t>
            </a:r>
            <a:br/>
            <a:r>
              <a:rPr sz="1900" i="1" b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Meeting 7: </a:t>
            </a:r>
            <a:r>
              <a:rPr sz="2100"/>
              <a:t>UserForms and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UserForm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Controls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Properties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Events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Pre-midterm mini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Explain a UserForm as a small user interface.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Recognise common controls: Label, TextBox, ComboBox, CommandButton.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Set important properties and write a simple event.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Build a small calculation app that can be verified manually.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UserForms and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Function/Sub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Program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UserForm as an interface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Form sketch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25-42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Controls and properties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Control 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42-60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Events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Button click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Area/volume form example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78-93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Pre-midterm integrative practice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Mini app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93-100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Exercise and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UserForm is a small input-output window for users.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form is useful when users do not need to see the whole worksheet.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form does not replace validation; inputs still need checking.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Simple design is better: few inputs, clear button, readable output.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UserForm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Label explains; TextBox receives input; Button runs a command.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Properties set the name, caption, initial value, colour, and size.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Control names should be meaningful: txtLength, txtWidth, cmdCalculate.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Caption is for users; Name is for code.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Controls and Properties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An event is something that triggers code, such as clicking a button.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Event code usually reads input, validates, calls a function, then displays output.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If input is blank or not numeric, show a clear message.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Short event procedures are easier to test and maintain.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Choose one small case: area, volume, unit conversion, or student grading.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Prepare the algorithm, worksheet/form, code, and manual reference result.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Verify at least one easy case and one boundary case.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Submit the small program plus notes on how the result was checked.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Pre-Midterm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Short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Read from top to bottom: data in, process, then result out.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VBA Script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Private Sub cmdCalculate_Click()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Dim l As Double, w As Double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 = CDbl(txtLength.Value)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w = CDbl(txtWidth.Value)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lblResult.Caption = "Area = " &amp; Format(l * w, "0.00")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Observation focus: input, process, output, and data 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Design a form with two inputs, one button, and one output label.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Keep the calculation function separate from the button event.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Test normal input, blank input, and zero input.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What is the difference between Name and Caption on a Button?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Why should event code stay short?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Name two test cases for a small area calculation app.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Short Exercise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