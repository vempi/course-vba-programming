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41275-210B-4BBC-9987-5E828E75D554}" v="61" dt="2026-08-23T17:26:28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43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3T17:26:28.223" v="846"/>
      <pc:docMkLst>
        <pc:docMk/>
      </pc:docMkLst>
      <pc:sldChg chg="del">
        <pc:chgData name="Vempi Satriya" userId="c28fa87cdebdc656" providerId="LiveId" clId="{63E91B12-6D81-43DC-90EF-03735CFC9BF7}" dt="2026-08-22T23:47:00.588" v="142" actId="47"/>
        <pc:sldMkLst>
          <pc:docMk/>
          <pc:sldMk cId="0" sldId="256"/>
        </pc:sldMkLst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6" creationId="{4F21724E-5EC7-7A0F-E1AD-1D0D6939DB77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5" creationId="{82A91E94-5C68-A392-A0BA-F94EB5CFFB66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4" creationId="{BF008B27-362A-037D-80BB-D20324568829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9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5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4" creationId="{9C618F0B-60EA-1AEB-B565-ABFB35DDFADB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0"/>
            <ac:spMk id="7" creationId="{00000000-0000-0000-0000-000000000000}"/>
          </ac:spMkLst>
        </pc:spChg>
        <pc:graphicFrameChg chg="del mod">
          <ac:chgData name="Vempi Satriya" userId="c28fa87cdebdc656" providerId="LiveId" clId="{63E91B12-6D81-43DC-90EF-03735CFC9BF7}" dt="2026-08-22T23:52:00.696" v="241" actId="21"/>
          <ac:graphicFrameMkLst>
            <pc:docMk/>
            <pc:sldMk cId="0" sldId="260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4" creationId="{1D6E5FCF-6776-D3D4-197B-C3F7130CF43A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2"/>
            <ac:spMk id="32" creationId="{00000000-0000-0000-0000-000000000000}"/>
          </ac:spMkLst>
        </pc:sp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7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25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30" creationId="{00000000-0000-0000-0000-000000000000}"/>
          </ac:cxnSpMkLst>
        </pc:cxn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5" creationId="{F29EF79E-8E7B-F9C8-9CAA-65AFCD92BDEE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5:20.379" v="311" actId="21"/>
          <ac:graphicFrameMkLst>
            <pc:docMk/>
            <pc:sldMk cId="0" sldId="264"/>
            <ac:graphicFrameMk id="1945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6" creationId="{D9A69558-33EB-CD18-3199-3DEA3DDEC009}"/>
          </ac:spMkLst>
        </pc:spChg>
        <pc:graphicFrameChg chg="del">
          <ac:chgData name="Vempi Satriya" userId="c28fa87cdebdc656" providerId="LiveId" clId="{63E91B12-6D81-43DC-90EF-03735CFC9BF7}" dt="2026-08-22T23:56:20.733" v="324" actId="21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4" creationId="{0725DACA-B6D9-5D03-9A72-150BD8011FE6}"/>
          </ac:spMkLst>
        </pc:spChg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8:06.744" v="355" actId="2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6"/>
            <ac:spMk id="12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4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4" creationId="{9877008E-A874-F3DE-FA7F-30A5A3C869E8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8"/>
            <ac:spMk id="10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7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9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4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5" creationId="{DDE82A72-69F9-0234-AEB2-FFADE0F5E603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5" creationId="{69942EE0-6067-A393-2204-44700D6BC256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1"/>
        </pc:sldMkLst>
        <pc:spChg chg="del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4" creationId="{3932C043-1BAD-FC92-DD41-64499E34BF67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1"/>
            <ac:spMk id="6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2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3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00:01:48.827" v="441" actId="47"/>
        <pc:sldMkLst>
          <pc:docMk/>
          <pc:sldMk cId="0" sldId="272"/>
        </pc:sldMkLst>
        <pc:spChg chg="del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5" creationId="{167A00F3-A0C8-712E-E7AE-382608E28C4D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3"/>
        </pc:sldMkLst>
        <pc:spChg chg="del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5" creationId="{BF09C53C-568D-084E-F21A-30B3F7313E8E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4"/>
        </pc:sldMkLst>
        <pc:spChg chg="mod">
          <ac:chgData name="Vempi Satriya" userId="c28fa87cdebdc656" providerId="LiveId" clId="{63E91B12-6D81-43DC-90EF-03735CFC9BF7}" dt="2026-08-23T00:02:25.666" v="451" actId="27636"/>
          <ac:spMkLst>
            <pc:docMk/>
            <pc:sldMk cId="0" sldId="274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6" creationId="{183FD28A-1994-C26E-A196-12F415C98054}"/>
          </ac:spMkLst>
        </pc:spChg>
        <pc:graphicFrameChg chg="del">
          <ac:chgData name="Vempi Satriya" userId="c28fa87cdebdc656" providerId="LiveId" clId="{63E91B12-6D81-43DC-90EF-03735CFC9BF7}" dt="2026-08-23T00:02:37.372" v="457" actId="21"/>
          <ac:graphicFrameMkLst>
            <pc:docMk/>
            <pc:sldMk cId="0" sldId="274"/>
            <ac:graphicFrameMk id="26625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13:44:06.696" v="752" actId="20577"/>
        <pc:sldMkLst>
          <pc:docMk/>
          <pc:sldMk cId="0" sldId="275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5"/>
            <ac:spMk id="2" creationId="{DA5FF4CF-113F-8E5E-6C39-ADF75097EFC1}"/>
          </ac:spMkLst>
        </pc:spChg>
        <pc:spChg chg="mod ord">
          <ac:chgData name="Vempi Satriya" userId="c28fa87cdebdc656" providerId="LiveId" clId="{63E91B12-6D81-43DC-90EF-03735CFC9BF7}" dt="2026-08-23T13:44:06.696" v="752" actId="20577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5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2.657" v="475" actId="20577"/>
          <ac:spMkLst>
            <pc:docMk/>
            <pc:sldMk cId="0" sldId="275"/>
            <ac:spMk id="5" creationId="{046D7527-E928-C5A1-9CAD-339A6BFF004A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5.314" v="478" actId="20577"/>
        <pc:sldMkLst>
          <pc:docMk/>
          <pc:sldMk cId="0" sldId="276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6"/>
            <ac:spMk id="2" creationId="{1E185C70-1AD1-8444-FEE4-3D692CD02825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5.314" v="478" actId="20577"/>
          <ac:spMkLst>
            <pc:docMk/>
            <pc:sldMk cId="0" sldId="276"/>
            <ac:spMk id="5" creationId="{776C20D9-67C1-C613-0ADD-EF5425FA7A2E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7.800" v="481" actId="20577"/>
        <pc:sldMkLst>
          <pc:docMk/>
          <pc:sldMk cId="0" sldId="277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7"/>
            <ac:spMk id="2" creationId="{59C541FC-9D85-F09A-B50B-B460E63BCC4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7.800" v="481" actId="20577"/>
          <ac:spMkLst>
            <pc:docMk/>
            <pc:sldMk cId="0" sldId="277"/>
            <ac:spMk id="5" creationId="{93D4B5D0-F503-5824-DD69-620B2D2D6207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13:44:20.666" v="753" actId="1076"/>
        <pc:sldMkLst>
          <pc:docMk/>
          <pc:sldMk cId="0" sldId="278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8"/>
            <ac:spMk id="2" creationId="{FF39F349-3B40-F8F4-1B8A-C1F83170347F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0.170" v="484" actId="20577"/>
          <ac:spMkLst>
            <pc:docMk/>
            <pc:sldMk cId="0" sldId="278"/>
            <ac:spMk id="5" creationId="{FDF0DF6B-0D5E-E786-6A5E-ED520BF6358F}"/>
          </ac:spMkLst>
        </pc:spChg>
        <pc:graphicFrameChg chg="mod">
          <ac:chgData name="Vempi Satriya" userId="c28fa87cdebdc656" providerId="LiveId" clId="{63E91B12-6D81-43DC-90EF-03735CFC9BF7}" dt="2026-08-23T13:44:20.666" v="753" actId="1076"/>
          <ac:graphicFrameMkLst>
            <pc:docMk/>
            <pc:sldMk cId="0" sldId="278"/>
            <ac:graphicFrameMk id="35841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00:03:44.004" v="487" actId="20577"/>
        <pc:sldMkLst>
          <pc:docMk/>
          <pc:sldMk cId="0" sldId="279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9"/>
            <ac:spMk id="2" creationId="{17CF3C50-1971-90A1-B5A0-77C7CAA8F1C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4.004" v="487" actId="20577"/>
          <ac:spMkLst>
            <pc:docMk/>
            <pc:sldMk cId="0" sldId="279"/>
            <ac:spMk id="5" creationId="{D75CF340-AF4B-6822-92DC-28A4AFD10775}"/>
          </ac:spMkLst>
        </pc:spChg>
      </pc:sldChg>
      <pc:sldChg chg="addSp modSp add del mod modClrScheme chgLayout">
        <pc:chgData name="Vempi Satriya" userId="c28fa87cdebdc656" providerId="LiveId" clId="{63E91B12-6D81-43DC-90EF-03735CFC9BF7}" dt="2026-08-23T00:03:20.333" v="469" actId="47"/>
        <pc:sldMkLst>
          <pc:docMk/>
          <pc:sldMk cId="0" sldId="280"/>
        </pc:sldMkLst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5" creationId="{D7D26ACB-9DA4-C899-ED0A-445F3E6BE549}"/>
          </ac:spMkLst>
        </pc:spChg>
      </pc:sldChg>
      <pc:sldChg chg="addSp delSp modSp add del mod modClrScheme chgLayout">
        <pc:chgData name="Vempi Satriya" userId="c28fa87cdebdc656" providerId="LiveId" clId="{63E91B12-6D81-43DC-90EF-03735CFC9BF7}" dt="2026-08-23T13:38:58.418" v="525" actId="2696"/>
        <pc:sldMkLst>
          <pc:docMk/>
          <pc:sldMk cId="0" sldId="281"/>
        </pc:sldMkLst>
        <pc:spChg chg="del mod ord">
          <ac:chgData name="Vempi Satriya" userId="c28fa87cdebdc656" providerId="LiveId" clId="{63E91B12-6D81-43DC-90EF-03735CFC9BF7}" dt="2026-08-23T00:03:26.636" v="472" actId="478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13:38:47.692" v="523" actId="20577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1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13:38:55.905" v="524" actId="20577"/>
          <ac:spMkLst>
            <pc:docMk/>
            <pc:sldMk cId="0" sldId="281"/>
            <ac:spMk id="5" creationId="{B4328ECA-7F89-648A-4AC5-F6AD1E574BDB}"/>
          </ac:spMkLst>
        </pc:spChg>
      </pc:sldChg>
      <pc:sldChg chg="add">
        <pc:chgData name="Vempi Satriya" userId="c28fa87cdebdc656" providerId="LiveId" clId="{63E91B12-6D81-43DC-90EF-03735CFC9BF7}" dt="2026-08-23T13:39:02.740" v="526"/>
        <pc:sldMkLst>
          <pc:docMk/>
          <pc:sldMk cId="807675183" sldId="281"/>
        </pc:sldMkLst>
      </pc:sldChg>
      <pc:sldChg chg="addSp delSp modSp add del mod modClrScheme chgLayout">
        <pc:chgData name="Vempi Satriya" userId="c28fa87cdebdc656" providerId="LiveId" clId="{63E91B12-6D81-43DC-90EF-03735CFC9BF7}" dt="2026-08-23T00:03:17.041" v="468" actId="47"/>
        <pc:sldMkLst>
          <pc:docMk/>
          <pc:sldMk cId="0" sldId="282"/>
        </pc:sldMkLst>
        <pc:spChg chg="del mod ord">
          <ac:chgData name="Vempi Satriya" userId="c28fa87cdebdc656" providerId="LiveId" clId="{63E91B12-6D81-43DC-90EF-03735CFC9BF7}" dt="2026-08-23T00:03:13.061" v="467" actId="478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10.765" v="466"/>
          <ac:spMkLst>
            <pc:docMk/>
            <pc:sldMk cId="0" sldId="282"/>
            <ac:spMk id="5" creationId="{6AA807DB-5812-1715-B48E-9A593F972B2A}"/>
          </ac:spMkLst>
        </pc:spChg>
      </pc:sldChg>
      <pc:sldChg chg="modSp add mod ord">
        <pc:chgData name="Vempi Satriya" userId="c28fa87cdebdc656" providerId="LiveId" clId="{63E91B12-6D81-43DC-90EF-03735CFC9BF7}" dt="2026-08-22T23:01:03.858" v="34" actId="20577"/>
        <pc:sldMkLst>
          <pc:docMk/>
          <pc:sldMk cId="2786985036" sldId="446"/>
        </pc:sldMkLst>
        <pc:spChg chg="mod">
          <ac:chgData name="Vempi Satriya" userId="c28fa87cdebdc656" providerId="LiveId" clId="{63E91B12-6D81-43DC-90EF-03735CFC9BF7}" dt="2026-08-22T23:00:56.286" v="26" actId="20577"/>
          <ac:spMkLst>
            <pc:docMk/>
            <pc:sldMk cId="2786985036" sldId="446"/>
            <ac:spMk id="2" creationId="{105EC2C9-4CD0-8366-D364-71406CA7BAB1}"/>
          </ac:spMkLst>
        </pc:spChg>
        <pc:spChg chg="mod">
          <ac:chgData name="Vempi Satriya" userId="c28fa87cdebdc656" providerId="LiveId" clId="{63E91B12-6D81-43DC-90EF-03735CFC9BF7}" dt="2026-08-22T23:01:03.858" v="34" actId="20577"/>
          <ac:spMkLst>
            <pc:docMk/>
            <pc:sldMk cId="2786985036" sldId="446"/>
            <ac:spMk id="10" creationId="{C380F36F-34CC-A3E2-C04F-283794511B5A}"/>
          </ac:spMkLst>
        </pc:spChg>
      </pc:sldChg>
      <pc:sldChg chg="modSp add mod ord">
        <pc:chgData name="Vempi Satriya" userId="c28fa87cdebdc656" providerId="LiveId" clId="{63E91B12-6D81-43DC-90EF-03735CFC9BF7}" dt="2026-08-22T23:46:33.037" v="99" actId="20577"/>
        <pc:sldMkLst>
          <pc:docMk/>
          <pc:sldMk cId="3369835165" sldId="447"/>
        </pc:sldMkLst>
        <pc:spChg chg="mod">
          <ac:chgData name="Vempi Satriya" userId="c28fa87cdebdc656" providerId="LiveId" clId="{63E91B12-6D81-43DC-90EF-03735CFC9BF7}" dt="2026-08-22T23:46:33.037" v="99" actId="20577"/>
          <ac:spMkLst>
            <pc:docMk/>
            <pc:sldMk cId="3369835165" sldId="447"/>
            <ac:spMk id="9" creationId="{44447A6A-DE6B-F8FF-F2B7-8528FEA7DB6C}"/>
          </ac:spMkLst>
        </pc:spChg>
      </pc:sldChg>
      <pc:sldChg chg="modSp add mod ord">
        <pc:chgData name="Vempi Satriya" userId="c28fa87cdebdc656" providerId="LiveId" clId="{63E91B12-6D81-43DC-90EF-03735CFC9BF7}" dt="2026-08-23T13:39:45.275" v="528"/>
        <pc:sldMkLst>
          <pc:docMk/>
          <pc:sldMk cId="2295548169" sldId="466"/>
        </pc:sldMkLst>
        <pc:spChg chg="mod">
          <ac:chgData name="Vempi Satriya" userId="c28fa87cdebdc656" providerId="LiveId" clId="{63E91B12-6D81-43DC-90EF-03735CFC9BF7}" dt="2026-08-23T13:39:45.275" v="528"/>
          <ac:spMkLst>
            <pc:docMk/>
            <pc:sldMk cId="2295548169" sldId="466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7:36.127" v="178" actId="1076"/>
          <ac:spMkLst>
            <pc:docMk/>
            <pc:sldMk cId="2295548169" sldId="466"/>
            <ac:spMk id="3" creationId="{D7BA2576-9F6B-24D0-0DD1-459B8B43B4BE}"/>
          </ac:spMkLst>
        </pc:spChg>
      </pc:sldChg>
      <pc:sldChg chg="modSp add mod ord">
        <pc:chgData name="Vempi Satriya" userId="c28fa87cdebdc656" providerId="LiveId" clId="{63E91B12-6D81-43DC-90EF-03735CFC9BF7}" dt="2026-08-22T23:47:18.716" v="173" actId="20577"/>
        <pc:sldMkLst>
          <pc:docMk/>
          <pc:sldMk cId="2704878614" sldId="508"/>
        </pc:sldMkLst>
        <pc:spChg chg="mod">
          <ac:chgData name="Vempi Satriya" userId="c28fa87cdebdc656" providerId="LiveId" clId="{63E91B12-6D81-43DC-90EF-03735CFC9BF7}" dt="2026-08-22T23:47:18.716" v="173" actId="20577"/>
          <ac:spMkLst>
            <pc:docMk/>
            <pc:sldMk cId="2704878614" sldId="508"/>
            <ac:spMk id="7" creationId="{44E2F015-5FCA-585A-E3D4-0B031A511ABF}"/>
          </ac:spMkLst>
        </pc:spChg>
      </pc:sldChg>
      <pc:sldChg chg="modSp add mod ord">
        <pc:chgData name="Vempi Satriya" userId="c28fa87cdebdc656" providerId="LiveId" clId="{63E91B12-6D81-43DC-90EF-03735CFC9BF7}" dt="2026-08-23T13:38:02.721" v="502" actId="20577"/>
        <pc:sldMkLst>
          <pc:docMk/>
          <pc:sldMk cId="4138773860" sldId="587"/>
        </pc:sldMkLst>
        <pc:spChg chg="mod">
          <ac:chgData name="Vempi Satriya" userId="c28fa87cdebdc656" providerId="LiveId" clId="{63E91B12-6D81-43DC-90EF-03735CFC9BF7}" dt="2026-08-23T13:38:02.721" v="502" actId="20577"/>
          <ac:spMkLst>
            <pc:docMk/>
            <pc:sldMk cId="4138773860" sldId="587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6:50.979" v="126" actId="20577"/>
          <ac:spMkLst>
            <pc:docMk/>
            <pc:sldMk cId="4138773860" sldId="587"/>
            <ac:spMk id="3" creationId="{D7BA2576-9F6B-24D0-0DD1-459B8B43B4BE}"/>
          </ac:spMkLst>
        </pc:spChg>
      </pc:sldChg>
      <pc:sldChg chg="addSp delSp modSp add del mod">
        <pc:chgData name="Vempi Satriya" userId="c28fa87cdebdc656" providerId="LiveId" clId="{63E91B12-6D81-43DC-90EF-03735CFC9BF7}" dt="2026-08-23T13:39:04.185" v="527" actId="47"/>
        <pc:sldMkLst>
          <pc:docMk/>
          <pc:sldMk cId="1502959050" sldId="588"/>
        </pc:sldMkLst>
        <pc:spChg chg="del">
          <ac:chgData name="Vempi Satriya" userId="c28fa87cdebdc656" providerId="LiveId" clId="{63E91B12-6D81-43DC-90EF-03735CFC9BF7}" dt="2026-08-22T23:47:46.043" v="189" actId="478"/>
          <ac:spMkLst>
            <pc:docMk/>
            <pc:sldMk cId="1502959050" sldId="588"/>
            <ac:spMk id="2" creationId="{0471BFBF-FB20-63A9-068F-5E58DA43D841}"/>
          </ac:spMkLst>
        </pc:spChg>
        <pc:spChg chg="mod">
          <ac:chgData name="Vempi Satriya" userId="c28fa87cdebdc656" providerId="LiveId" clId="{63E91B12-6D81-43DC-90EF-03735CFC9BF7}" dt="2026-08-22T23:47:43.556" v="188" actId="20577"/>
          <ac:spMkLst>
            <pc:docMk/>
            <pc:sldMk cId="1502959050" sldId="588"/>
            <ac:spMk id="3" creationId="{9EE4C49F-F215-9AE5-C008-187C5F386DAB}"/>
          </ac:spMkLst>
        </pc:spChg>
        <pc:spChg chg="add del mod">
          <ac:chgData name="Vempi Satriya" userId="c28fa87cdebdc656" providerId="LiveId" clId="{63E91B12-6D81-43DC-90EF-03735CFC9BF7}" dt="2026-08-22T23:47:48.153" v="191" actId="478"/>
          <ac:spMkLst>
            <pc:docMk/>
            <pc:sldMk cId="1502959050" sldId="588"/>
            <ac:spMk id="6" creationId="{27821924-5C9B-CA2C-2FA9-A7AA530ED480}"/>
          </ac:spMkLst>
        </pc:spChg>
        <pc:spChg chg="add">
          <ac:chgData name="Vempi Satriya" userId="c28fa87cdebdc656" providerId="LiveId" clId="{63E91B12-6D81-43DC-90EF-03735CFC9BF7}" dt="2026-08-22T23:47:46.323" v="190" actId="22"/>
          <ac:spMkLst>
            <pc:docMk/>
            <pc:sldMk cId="1502959050" sldId="588"/>
            <ac:spMk id="8" creationId="{42F4F85F-CFEC-071D-B5EE-08A14CE960E1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8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8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5:26.345" v="763" actId="1076"/>
        <pc:sldMkLst>
          <pc:docMk/>
          <pc:sldMk cId="1006154732" sldId="589"/>
        </pc:sldMkLst>
        <pc:spChg chg="add mod">
          <ac:chgData name="Vempi Satriya" userId="c28fa87cdebdc656" providerId="LiveId" clId="{63E91B12-6D81-43DC-90EF-03735CFC9BF7}" dt="2026-08-23T17:14:57.773" v="755" actId="20577"/>
          <ac:spMkLst>
            <pc:docMk/>
            <pc:sldMk cId="1006154732" sldId="589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13.969" v="208"/>
          <ac:spMkLst>
            <pc:docMk/>
            <pc:sldMk cId="1006154732" sldId="589"/>
            <ac:spMk id="3" creationId="{EEA49EAD-CBA0-9AEE-A605-C46EDD67894B}"/>
          </ac:spMkLst>
        </pc:spChg>
        <pc:spChg chg="del">
          <ac:chgData name="Vempi Satriya" userId="c28fa87cdebdc656" providerId="LiveId" clId="{63E91B12-6D81-43DC-90EF-03735CFC9BF7}" dt="2026-08-22T23:50:22.550" v="210" actId="478"/>
          <ac:spMkLst>
            <pc:docMk/>
            <pc:sldMk cId="1006154732" sldId="589"/>
            <ac:spMk id="8" creationId="{5E6A358A-31D4-26F6-4C46-C6EA7EAE4FC7}"/>
          </ac:spMkLst>
        </pc:spChg>
        <pc:picChg chg="add mod modCrop">
          <ac:chgData name="Vempi Satriya" userId="c28fa87cdebdc656" providerId="LiveId" clId="{63E91B12-6D81-43DC-90EF-03735CFC9BF7}" dt="2026-08-23T17:15:26.345" v="763" actId="1076"/>
          <ac:picMkLst>
            <pc:docMk/>
            <pc:sldMk cId="1006154732" sldId="589"/>
            <ac:picMk id="6" creationId="{E86F0DE9-87F5-DBB7-03C0-6F3AB77C07AE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0"/>
            <ac:spMk id="8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12.133" v="553" actId="20577"/>
        <pc:sldMkLst>
          <pc:docMk/>
          <pc:sldMk cId="615690030" sldId="590"/>
        </pc:sldMkLst>
        <pc:spChg chg="del">
          <ac:chgData name="Vempi Satriya" userId="c28fa87cdebdc656" providerId="LiveId" clId="{63E91B12-6D81-43DC-90EF-03735CFC9BF7}" dt="2026-08-22T23:50:36.932" v="214" actId="478"/>
          <ac:spMkLst>
            <pc:docMk/>
            <pc:sldMk cId="615690030" sldId="590"/>
            <ac:spMk id="2" creationId="{F67CF085-25AA-09E6-F18C-640C810548D7}"/>
          </ac:spMkLst>
        </pc:spChg>
        <pc:spChg chg="mod">
          <ac:chgData name="Vempi Satriya" userId="c28fa87cdebdc656" providerId="LiveId" clId="{63E91B12-6D81-43DC-90EF-03735CFC9BF7}" dt="2026-08-23T13:40:12.133" v="553" actId="20577"/>
          <ac:spMkLst>
            <pc:docMk/>
            <pc:sldMk cId="615690030" sldId="590"/>
            <ac:spMk id="3" creationId="{DC4A9550-87C0-84D2-E740-E181B25AD907}"/>
          </ac:spMkLst>
        </pc:spChg>
        <pc:spChg chg="add del mod">
          <ac:chgData name="Vempi Satriya" userId="c28fa87cdebdc656" providerId="LiveId" clId="{63E91B12-6D81-43DC-90EF-03735CFC9BF7}" dt="2026-08-22T23:50:58.501" v="224" actId="478"/>
          <ac:spMkLst>
            <pc:docMk/>
            <pc:sldMk cId="615690030" sldId="590"/>
            <ac:spMk id="6" creationId="{BDD23740-1F9E-7069-6213-8E4E1CAE084E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7" creationId="{FD923F25-4D84-78D9-C169-F5606D43EE17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8" creationId="{673AD48D-9FC1-7B8C-DCDE-2A07B0EDFBBD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0" creationId="{22663EE3-815B-60ED-8207-7384D83F2B05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2" creationId="{050BE8F1-868B-5155-B963-CECAB4A17A42}"/>
          </ac:spMkLst>
        </pc:sp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9" creationId="{FB0E55DF-836D-A93D-12C2-DB1630F0D64D}"/>
          </ac:graphicFrameMkLst>
        </pc:graphicFrame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11" creationId="{41F688D6-1A8E-77D8-76B0-6BA8EBA324C1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1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1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1"/>
            <ac:spMk id="7" creationId="{00000000-0000-0000-0000-000000000000}"/>
          </ac:spMkLst>
        </pc:spChg>
      </pc:sldChg>
      <pc:sldChg chg="add del">
        <pc:chgData name="Vempi Satriya" userId="c28fa87cdebdc656" providerId="LiveId" clId="{63E91B12-6D81-43DC-90EF-03735CFC9BF7}" dt="2026-08-22T23:51:36.594" v="233" actId="2890"/>
        <pc:sldMkLst>
          <pc:docMk/>
          <pc:sldMk cId="1244411423" sldId="591"/>
        </pc:sldMkLst>
      </pc:sldChg>
      <pc:sldChg chg="addSp delSp modSp add mod">
        <pc:chgData name="Vempi Satriya" userId="c28fa87cdebdc656" providerId="LiveId" clId="{63E91B12-6D81-43DC-90EF-03735CFC9BF7}" dt="2026-08-23T13:40:16.692" v="554"/>
        <pc:sldMkLst>
          <pc:docMk/>
          <pc:sldMk cId="1412388728" sldId="591"/>
        </pc:sldMkLst>
        <pc:spChg chg="add mod">
          <ac:chgData name="Vempi Satriya" userId="c28fa87cdebdc656" providerId="LiveId" clId="{63E91B12-6D81-43DC-90EF-03735CFC9BF7}" dt="2026-08-22T23:52:13.874" v="248"/>
          <ac:spMkLst>
            <pc:docMk/>
            <pc:sldMk cId="1412388728" sldId="591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16.692" v="554"/>
          <ac:spMkLst>
            <pc:docMk/>
            <pc:sldMk cId="1412388728" sldId="591"/>
            <ac:spMk id="3" creationId="{3B8AC9D3-6622-159C-EA42-71C8C9D5916B}"/>
          </ac:spMkLst>
        </pc:spChg>
        <pc:spChg chg="add mod">
          <ac:chgData name="Vempi Satriya" userId="c28fa87cdebdc656" providerId="LiveId" clId="{63E91B12-6D81-43DC-90EF-03735CFC9BF7}" dt="2026-08-22T23:52:38.500" v="258" actId="1076"/>
          <ac:spMkLst>
            <pc:docMk/>
            <pc:sldMk cId="1412388728" sldId="591"/>
            <ac:spMk id="5" creationId="{6F819190-BA0E-5055-B438-C64475B63DA5}"/>
          </ac:spMkLst>
        </pc:spChg>
        <pc:spChg chg="del">
          <ac:chgData name="Vempi Satriya" userId="c28fa87cdebdc656" providerId="LiveId" clId="{63E91B12-6D81-43DC-90EF-03735CFC9BF7}" dt="2026-08-22T23:52:10.362" v="242" actId="478"/>
          <ac:spMkLst>
            <pc:docMk/>
            <pc:sldMk cId="1412388728" sldId="591"/>
            <ac:spMk id="7" creationId="{BADA7269-545C-E382-92A9-D47589FA0AB0}"/>
          </ac:spMkLst>
        </pc:spChg>
        <pc:graphicFrameChg chg="add mod">
          <ac:chgData name="Vempi Satriya" userId="c28fa87cdebdc656" providerId="LiveId" clId="{63E91B12-6D81-43DC-90EF-03735CFC9BF7}" dt="2026-08-22T23:52:40.580" v="259" actId="1076"/>
          <ac:graphicFrameMkLst>
            <pc:docMk/>
            <pc:sldMk cId="1412388728" sldId="591"/>
            <ac:graphicFrameMk id="6" creationId="{27D58C6D-832F-BC6B-9060-0404F32F0C59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9" creationId="{0C7B07DF-D317-6063-0DAD-683D028AEEBD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11" creationId="{9B4E55C6-EFA9-FA6B-EBA3-B139439CA0AA}"/>
          </ac:graphicFrameMkLst>
        </pc:graphicFrameChg>
        <pc:graphicFrameChg chg="add mod">
          <ac:chgData name="Vempi Satriya" userId="c28fa87cdebdc656" providerId="LiveId" clId="{63E91B12-6D81-43DC-90EF-03735CFC9BF7}" dt="2026-08-22T23:52:13.375" v="246" actId="1076"/>
          <ac:graphicFrameMkLst>
            <pc:docMk/>
            <pc:sldMk cId="1412388728" sldId="591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1:41.229" v="235" actId="47"/>
        <pc:sldMkLst>
          <pc:docMk/>
          <pc:sldMk cId="1865317046" sldId="591"/>
        </pc:sldMkLst>
        <pc:spChg chg="add mod">
          <ac:chgData name="Vempi Satriya" userId="c28fa87cdebdc656" providerId="LiveId" clId="{63E91B12-6D81-43DC-90EF-03735CFC9BF7}" dt="2026-08-22T23:51:27.078" v="230" actId="1076"/>
          <ac:spMkLst>
            <pc:docMk/>
            <pc:sldMk cId="1865317046" sldId="591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1:19.401" v="227" actId="478"/>
          <ac:spMkLst>
            <pc:docMk/>
            <pc:sldMk cId="1865317046" sldId="591"/>
            <ac:spMk id="7" creationId="{337DCB6C-337A-9045-A4DB-77861984951B}"/>
          </ac:spMkLst>
        </pc:sp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9" creationId="{9DC228D4-A581-C658-7F8E-9DD070918553}"/>
          </ac:graphicFrameMkLst>
        </pc:graphicFrame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11" creationId="{AE6DE0CD-5995-382A-53BD-0573339C710C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5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7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8:12.144" v="793" actId="14100"/>
        <pc:sldMkLst>
          <pc:docMk/>
          <pc:sldMk cId="2270252074" sldId="592"/>
        </pc:sldMkLst>
        <pc:spChg chg="add mod">
          <ac:chgData name="Vempi Satriya" userId="c28fa87cdebdc656" providerId="LiveId" clId="{63E91B12-6D81-43DC-90EF-03735CFC9BF7}" dt="2026-08-23T17:18:12.144" v="793" actId="14100"/>
          <ac:spMkLst>
            <pc:docMk/>
            <pc:sldMk cId="2270252074" sldId="592"/>
            <ac:spMk id="2" creationId="{1E5EC3FB-CE26-4A92-4FCD-3CDAF9D518EF}"/>
          </ac:spMkLst>
        </pc:spChg>
        <pc:spChg chg="del">
          <ac:chgData name="Vempi Satriya" userId="c28fa87cdebdc656" providerId="LiveId" clId="{63E91B12-6D81-43DC-90EF-03735CFC9BF7}" dt="2026-08-22T23:52:56.814" v="263" actId="478"/>
          <ac:spMkLst>
            <pc:docMk/>
            <pc:sldMk cId="2270252074" sldId="592"/>
            <ac:spMk id="2" creationId="{CFD336C3-B0A1-F3CF-BFBD-B80B94C11744}"/>
          </ac:spMkLst>
        </pc:spChg>
        <pc:spChg chg="mod">
          <ac:chgData name="Vempi Satriya" userId="c28fa87cdebdc656" providerId="LiveId" clId="{63E91B12-6D81-43DC-90EF-03735CFC9BF7}" dt="2026-08-23T13:40:34.964" v="607" actId="20577"/>
          <ac:spMkLst>
            <pc:docMk/>
            <pc:sldMk cId="2270252074" sldId="592"/>
            <ac:spMk id="3" creationId="{2C71BF47-0B49-3568-742F-95C4E39B7641}"/>
          </ac:spMkLst>
        </pc:spChg>
        <pc:spChg chg="add del mod">
          <ac:chgData name="Vempi Satriya" userId="c28fa87cdebdc656" providerId="LiveId" clId="{63E91B12-6D81-43DC-90EF-03735CFC9BF7}" dt="2026-08-22T23:53:08.529" v="269" actId="478"/>
          <ac:spMkLst>
            <pc:docMk/>
            <pc:sldMk cId="2270252074" sldId="592"/>
            <ac:spMk id="6" creationId="{63072F6E-5CC3-E383-1378-4BFEAF5E7926}"/>
          </ac:spMkLst>
        </pc:spChg>
        <pc:spChg chg="add mod">
          <ac:chgData name="Vempi Satriya" userId="c28fa87cdebdc656" providerId="LiveId" clId="{63E91B12-6D81-43DC-90EF-03735CFC9BF7}" dt="2026-08-23T17:18:04.753" v="791" actId="1076"/>
          <ac:spMkLst>
            <pc:docMk/>
            <pc:sldMk cId="2270252074" sldId="592"/>
            <ac:spMk id="7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3"/>
            <ac:spMk id="3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47.378" v="609" actId="1076"/>
        <pc:sldMkLst>
          <pc:docMk/>
          <pc:sldMk cId="2700428872" sldId="593"/>
        </pc:sldMkLst>
        <pc:spChg chg="add mod">
          <ac:chgData name="Vempi Satriya" userId="c28fa87cdebdc656" providerId="LiveId" clId="{63E91B12-6D81-43DC-90EF-03735CFC9BF7}" dt="2026-08-22T23:53:51.160" v="282" actId="20577"/>
          <ac:spMkLst>
            <pc:docMk/>
            <pc:sldMk cId="2700428872" sldId="593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42.046" v="608"/>
          <ac:spMkLst>
            <pc:docMk/>
            <pc:sldMk cId="2700428872" sldId="593"/>
            <ac:spMk id="3" creationId="{5581F822-9578-8B71-BB1B-EB48ED9DDCCF}"/>
          </ac:spMkLst>
        </pc:spChg>
        <pc:spChg chg="del">
          <ac:chgData name="Vempi Satriya" userId="c28fa87cdebdc656" providerId="LiveId" clId="{63E91B12-6D81-43DC-90EF-03735CFC9BF7}" dt="2026-08-22T23:53:20.409" v="272" actId="478"/>
          <ac:spMkLst>
            <pc:docMk/>
            <pc:sldMk cId="2700428872" sldId="593"/>
            <ac:spMk id="7" creationId="{BB21FC73-1DC7-B96C-E980-39F233157D31}"/>
          </ac:spMkLst>
        </pc:spChg>
        <pc:spChg chg="add mod">
          <ac:chgData name="Vempi Satriya" userId="c28fa87cdebdc656" providerId="LiveId" clId="{63E91B12-6D81-43DC-90EF-03735CFC9BF7}" dt="2026-08-22T23:54:01.657" v="287" actId="20577"/>
          <ac:spMkLst>
            <pc:docMk/>
            <pc:sldMk cId="2700428872" sldId="593"/>
            <ac:spMk id="11" creationId="{62E9178E-B981-C094-EEED-90B408418064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8" creationId="{00000000-0000-0000-0000-000000000000}"/>
          </ac:spMkLst>
        </pc:sp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4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30" creationId="{00000000-0000-0000-0000-0000000000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16.840" v="633" actId="20577"/>
        <pc:sldMkLst>
          <pc:docMk/>
          <pc:sldMk cId="3771053046" sldId="594"/>
        </pc:sldMkLst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2" creationId="{59475B97-131F-F6F2-490A-46FCD5690A2F}"/>
          </ac:spMkLst>
        </pc:spChg>
        <pc:spChg chg="mod">
          <ac:chgData name="Vempi Satriya" userId="c28fa87cdebdc656" providerId="LiveId" clId="{63E91B12-6D81-43DC-90EF-03735CFC9BF7}" dt="2026-08-23T13:41:16.840" v="633" actId="20577"/>
          <ac:spMkLst>
            <pc:docMk/>
            <pc:sldMk cId="3771053046" sldId="594"/>
            <ac:spMk id="3" creationId="{EB09C404-2ECA-4BE4-74C2-B8761E84D6D0}"/>
          </ac:spMkLst>
        </pc:spChg>
        <pc:spChg chg="add del mod">
          <ac:chgData name="Vempi Satriya" userId="c28fa87cdebdc656" providerId="LiveId" clId="{63E91B12-6D81-43DC-90EF-03735CFC9BF7}" dt="2026-08-22T23:54:25.029" v="293" actId="478"/>
          <ac:spMkLst>
            <pc:docMk/>
            <pc:sldMk cId="3771053046" sldId="594"/>
            <ac:spMk id="7" creationId="{4E74A16A-5194-986F-CFE5-39C3B033B8D0}"/>
          </ac:spMkLst>
        </pc:spChg>
        <pc:spChg chg="add mod">
          <ac:chgData name="Vempi Satriya" userId="c28fa87cdebdc656" providerId="LiveId" clId="{63E91B12-6D81-43DC-90EF-03735CFC9BF7}" dt="2026-08-23T13:41:03.142" v="613" actId="113"/>
          <ac:spMkLst>
            <pc:docMk/>
            <pc:sldMk cId="3771053046" sldId="594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11" creationId="{6CC7CA86-959D-1F8E-A41F-45A391CAA11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4" creationId="{182E1A43-DD79-A9E6-DA46-39444A7B8995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7" creationId="{97ADB963-2A17-2596-C74A-7DE6444B30C0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6" creationId="{27D0C225-1A26-3CB3-366D-DCABA4967CBB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7" creationId="{94A42EF7-CA49-3532-5652-5D40AE5191C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8" creationId="{0BE7AA15-5501-52C1-FD12-90317CB3119C}"/>
          </ac:spMkLst>
        </pc:sp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5" creationId="{78C124D9-A025-6C44-52AF-A39DC3BE334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4" creationId="{135087CB-356A-B66B-FE0F-70A2D4037F1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5" creationId="{CF9484B8-28D2-75F0-6B80-259C0C1E6BE4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30" creationId="{61B42C3D-12DF-496D-3301-97FD8F1AE9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5"/>
            <ac:spMk id="9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35.493" v="635" actId="207"/>
        <pc:sldMkLst>
          <pc:docMk/>
          <pc:sldMk cId="794159262" sldId="595"/>
        </pc:sldMkLst>
        <pc:spChg chg="mod">
          <ac:chgData name="Vempi Satriya" userId="c28fa87cdebdc656" providerId="LiveId" clId="{63E91B12-6D81-43DC-90EF-03735CFC9BF7}" dt="2026-08-23T13:41:35.493" v="635" actId="207"/>
          <ac:spMkLst>
            <pc:docMk/>
            <pc:sldMk cId="794159262" sldId="595"/>
            <ac:spMk id="3" creationId="{B9C3F354-D6D0-2772-0BEC-AF668D4A74ED}"/>
          </ac:spMkLst>
        </pc:spChg>
        <pc:spChg chg="add del mod">
          <ac:chgData name="Vempi Satriya" userId="c28fa87cdebdc656" providerId="LiveId" clId="{63E91B12-6D81-43DC-90EF-03735CFC9BF7}" dt="2026-08-22T23:55:15.312" v="310" actId="478"/>
          <ac:spMkLst>
            <pc:docMk/>
            <pc:sldMk cId="794159262" sldId="595"/>
            <ac:spMk id="5" creationId="{397DF05A-BD2C-AB25-D1BA-A11207F0812E}"/>
          </ac:spMkLst>
        </pc:spChg>
        <pc:spChg chg="del">
          <ac:chgData name="Vempi Satriya" userId="c28fa87cdebdc656" providerId="LiveId" clId="{63E91B12-6D81-43DC-90EF-03735CFC9BF7}" dt="2026-08-22T23:55:13.062" v="309" actId="478"/>
          <ac:spMkLst>
            <pc:docMk/>
            <pc:sldMk cId="794159262" sldId="595"/>
            <ac:spMk id="8" creationId="{D82C7F58-79AC-EE1B-CC4A-537261861CFD}"/>
          </ac:spMkLst>
        </pc:spChg>
        <pc:spChg chg="add mod">
          <ac:chgData name="Vempi Satriya" userId="c28fa87cdebdc656" providerId="LiveId" clId="{63E91B12-6D81-43DC-90EF-03735CFC9BF7}" dt="2026-08-22T23:56:00.737" v="317" actId="12"/>
          <ac:spMkLst>
            <pc:docMk/>
            <pc:sldMk cId="794159262" sldId="595"/>
            <ac:spMk id="9" creationId="{965D6C37-36F5-6EF3-9E9D-20B63792EB63}"/>
          </ac:spMkLst>
        </pc:spChg>
        <pc:graphicFrameChg chg="add mod">
          <ac:chgData name="Vempi Satriya" userId="c28fa87cdebdc656" providerId="LiveId" clId="{63E91B12-6D81-43DC-90EF-03735CFC9BF7}" dt="2026-08-22T23:55:26.652" v="314" actId="1076"/>
          <ac:graphicFrameMkLst>
            <pc:docMk/>
            <pc:sldMk cId="794159262" sldId="595"/>
            <ac:graphicFrameMk id="7" creationId="{FD318314-557D-08C1-48C6-F2FE92DF5888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6"/>
            <ac:spMk id="5" creationId="{00000000-0000-0000-0000-000000000000}"/>
          </ac:spMkLst>
        </pc:spChg>
      </pc:sldChg>
      <pc:sldChg chg="addSp delSp modSp add mod ord">
        <pc:chgData name="Vempi Satriya" userId="c28fa87cdebdc656" providerId="LiveId" clId="{63E91B12-6D81-43DC-90EF-03735CFC9BF7}" dt="2026-08-23T17:21:29.758" v="807" actId="1076"/>
        <pc:sldMkLst>
          <pc:docMk/>
          <pc:sldMk cId="3163511732" sldId="596"/>
        </pc:sldMkLst>
        <pc:spChg chg="mod">
          <ac:chgData name="Vempi Satriya" userId="c28fa87cdebdc656" providerId="LiveId" clId="{63E91B12-6D81-43DC-90EF-03735CFC9BF7}" dt="2026-08-23T13:41:50.920" v="665" actId="20577"/>
          <ac:spMkLst>
            <pc:docMk/>
            <pc:sldMk cId="3163511732" sldId="596"/>
            <ac:spMk id="3" creationId="{650B0D0A-296B-14BF-AC41-B6B820CF4DD4}"/>
          </ac:spMkLst>
        </pc:spChg>
        <pc:spChg chg="add del mod">
          <ac:chgData name="Vempi Satriya" userId="c28fa87cdebdc656" providerId="LiveId" clId="{63E91B12-6D81-43DC-90EF-03735CFC9BF7}" dt="2026-08-22T23:56:18.014" v="323" actId="478"/>
          <ac:spMkLst>
            <pc:docMk/>
            <pc:sldMk cId="3163511732" sldId="596"/>
            <ac:spMk id="5" creationId="{4CC6B574-BB93-4EBA-991C-EDB6ED19C067}"/>
          </ac:spMkLst>
        </pc:spChg>
        <pc:spChg chg="add mod">
          <ac:chgData name="Vempi Satriya" userId="c28fa87cdebdc656" providerId="LiveId" clId="{63E91B12-6D81-43DC-90EF-03735CFC9BF7}" dt="2026-08-22T23:56:33.716" v="328" actId="21"/>
          <ac:spMkLst>
            <pc:docMk/>
            <pc:sldMk cId="3163511732" sldId="596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6:17.215" v="322" actId="478"/>
          <ac:spMkLst>
            <pc:docMk/>
            <pc:sldMk cId="3163511732" sldId="596"/>
            <ac:spMk id="8" creationId="{7A36EE96-E945-AF8F-34AC-9394D1E83578}"/>
          </ac:spMkLst>
        </pc:spChg>
        <pc:spChg chg="add mod">
          <ac:chgData name="Vempi Satriya" userId="c28fa87cdebdc656" providerId="LiveId" clId="{63E91B12-6D81-43DC-90EF-03735CFC9BF7}" dt="2026-08-23T17:20:59.592" v="799" actId="1076"/>
          <ac:spMkLst>
            <pc:docMk/>
            <pc:sldMk cId="3163511732" sldId="596"/>
            <ac:spMk id="9" creationId="{8546C051-20B7-1638-FD6F-99791F594F46}"/>
          </ac:spMkLst>
        </pc:spChg>
        <pc:graphicFrameChg chg="add mod modGraphic">
          <ac:chgData name="Vempi Satriya" userId="c28fa87cdebdc656" providerId="LiveId" clId="{63E91B12-6D81-43DC-90EF-03735CFC9BF7}" dt="2026-08-23T17:21:22.980" v="803" actId="1076"/>
          <ac:graphicFrameMkLst>
            <pc:docMk/>
            <pc:sldMk cId="3163511732" sldId="596"/>
            <ac:graphicFrameMk id="7" creationId="{00000000-0000-0000-0000-000000000000}"/>
          </ac:graphicFrameMkLst>
        </pc:graphicFrameChg>
        <pc:picChg chg="add mod">
          <ac:chgData name="Vempi Satriya" userId="c28fa87cdebdc656" providerId="LiveId" clId="{63E91B12-6D81-43DC-90EF-03735CFC9BF7}" dt="2026-08-23T17:21:29.758" v="807" actId="1076"/>
          <ac:picMkLst>
            <pc:docMk/>
            <pc:sldMk cId="3163511732" sldId="596"/>
            <ac:picMk id="5" creationId="{A963AC32-1E67-F095-E7D7-4D2E449AD144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7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7"/>
            <ac:spMk id="10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54.947" v="666"/>
        <pc:sldMkLst>
          <pc:docMk/>
          <pc:sldMk cId="3965085750" sldId="597"/>
        </pc:sldMkLst>
        <pc:spChg chg="mod">
          <ac:chgData name="Vempi Satriya" userId="c28fa87cdebdc656" providerId="LiveId" clId="{63E91B12-6D81-43DC-90EF-03735CFC9BF7}" dt="2026-08-23T13:41:54.947" v="666"/>
          <ac:spMkLst>
            <pc:docMk/>
            <pc:sldMk cId="3965085750" sldId="597"/>
            <ac:spMk id="3" creationId="{889E5B51-A084-D09A-F38D-A04C7789A028}"/>
          </ac:spMkLst>
        </pc:spChg>
        <pc:spChg chg="add del mod">
          <ac:chgData name="Vempi Satriya" userId="c28fa87cdebdc656" providerId="LiveId" clId="{63E91B12-6D81-43DC-90EF-03735CFC9BF7}" dt="2026-08-22T23:57:11.912" v="344" actId="478"/>
          <ac:spMkLst>
            <pc:docMk/>
            <pc:sldMk cId="3965085750" sldId="597"/>
            <ac:spMk id="5" creationId="{E56FE2F8-6ADC-5C1F-8600-5770F913304D}"/>
          </ac:spMkLst>
        </pc:spChg>
        <pc:spChg chg="del">
          <ac:chgData name="Vempi Satriya" userId="c28fa87cdebdc656" providerId="LiveId" clId="{63E91B12-6D81-43DC-90EF-03735CFC9BF7}" dt="2026-08-22T23:57:05.155" v="341" actId="478"/>
          <ac:spMkLst>
            <pc:docMk/>
            <pc:sldMk cId="3965085750" sldId="597"/>
            <ac:spMk id="6" creationId="{D92B48A8-1750-7BE7-EE84-944D8770AC8B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2.406" v="340" actId="478"/>
          <ac:spMkLst>
            <pc:docMk/>
            <pc:sldMk cId="3965085750" sldId="597"/>
            <ac:spMk id="9" creationId="{B311A5E8-C446-D1B9-008F-7B00A8DAF51A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8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0.223" v="343"/>
          <ac:spMkLst>
            <pc:docMk/>
            <pc:sldMk cId="3965085750" sldId="597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2.406" v="340" actId="478"/>
          <ac:graphicFrameMkLst>
            <pc:docMk/>
            <pc:sldMk cId="3965085750" sldId="597"/>
            <ac:graphicFrameMk id="7" creationId="{9C8DCF5E-623B-6E2B-67D8-604815773EA5}"/>
          </ac:graphicFrameMkLst>
        </pc:graphicFrameChg>
        <pc:graphicFrameChg chg="add mod">
          <ac:chgData name="Vempi Satriya" userId="c28fa87cdebdc656" providerId="LiveId" clId="{63E91B12-6D81-43DC-90EF-03735CFC9BF7}" dt="2026-08-22T23:57:22.667" v="346" actId="1076"/>
          <ac:graphicFrameMkLst>
            <pc:docMk/>
            <pc:sldMk cId="3965085750" sldId="597"/>
            <ac:graphicFrameMk id="18437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25.793" v="347" actId="1076"/>
          <ac:graphicFrameMkLst>
            <pc:docMk/>
            <pc:sldMk cId="3965085750" sldId="597"/>
            <ac:graphicFrameMk id="18439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19.374" v="345" actId="1076"/>
          <ac:graphicFrameMkLst>
            <pc:docMk/>
            <pc:sldMk cId="3965085750" sldId="597"/>
            <ac:graphicFrameMk id="18446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8"/>
            <ac:spMk id="1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56.800" v="822" actId="20577"/>
        <pc:sldMkLst>
          <pc:docMk/>
          <pc:sldMk cId="3288209097" sldId="598"/>
        </pc:sldMkLst>
        <pc:spChg chg="add mod">
          <ac:chgData name="Vempi Satriya" userId="c28fa87cdebdc656" providerId="LiveId" clId="{63E91B12-6D81-43DC-90EF-03735CFC9BF7}" dt="2026-08-23T17:23:56.800" v="822" actId="20577"/>
          <ac:spMkLst>
            <pc:docMk/>
            <pc:sldMk cId="3288209097" sldId="598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1:59.194" v="667"/>
          <ac:spMkLst>
            <pc:docMk/>
            <pc:sldMk cId="3288209097" sldId="598"/>
            <ac:spMk id="3" creationId="{6AE44CD9-C33A-66E0-4CC5-52E53C9F706E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4" creationId="{CDA0F584-7185-5F25-2BF4-D3ED60F07514}"/>
          </ac:spMkLst>
        </pc:spChg>
        <pc:spChg chg="add mod">
          <ac:chgData name="Vempi Satriya" userId="c28fa87cdebdc656" providerId="LiveId" clId="{63E91B12-6D81-43DC-90EF-03735CFC9BF7}" dt="2026-08-22T23:58:56.801" v="377" actId="1076"/>
          <ac:spMkLst>
            <pc:docMk/>
            <pc:sldMk cId="3288209097" sldId="598"/>
            <ac:spMk id="6" creationId="{E80FEEA9-2FD2-EB66-385F-6D4485F1A6B4}"/>
          </ac:spMkLst>
        </pc:spChg>
        <pc:spChg chg="add mod">
          <ac:chgData name="Vempi Satriya" userId="c28fa87cdebdc656" providerId="LiveId" clId="{63E91B12-6D81-43DC-90EF-03735CFC9BF7}" dt="2026-08-22T23:59:00.825" v="379" actId="1076"/>
          <ac:spMkLst>
            <pc:docMk/>
            <pc:sldMk cId="3288209097" sldId="598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38.698" v="350" actId="478"/>
          <ac:spMkLst>
            <pc:docMk/>
            <pc:sldMk cId="3288209097" sldId="598"/>
            <ac:spMk id="8" creationId="{4904725F-21E1-5C98-6C50-E73116668D9C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4" creationId="{8592370A-E457-F6CE-FEC2-614D6EC6BBC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8" creationId="{D311C9F9-B2DF-E943-53C5-1142C3B11F8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40" creationId="{5D1C5F3F-EF8D-095C-C8FD-C208839DCEA6}"/>
          </ac:spMkLst>
        </pc:sp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7" creationId="{897AFE20-093D-B8D7-8371-98F852DF7505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9" creationId="{53A73A2D-4E2A-3D67-49D4-986129FA8530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46" creationId="{F1935C02-734A-5A90-474A-44A6F87C83FE}"/>
          </ac:graphicFrameMkLst>
        </pc:graphicFrameChg>
        <pc:graphicFrameChg chg="add mod">
          <ac:chgData name="Vempi Satriya" userId="c28fa87cdebdc656" providerId="LiveId" clId="{63E91B12-6D81-43DC-90EF-03735CFC9BF7}" dt="2026-08-22T23:58:36.102" v="367" actId="1076"/>
          <ac:graphicFrameMkLst>
            <pc:docMk/>
            <pc:sldMk cId="3288209097" sldId="598"/>
            <ac:graphicFrameMk id="23554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8:02.436" v="354" actId="1076"/>
          <ac:graphicFrameMkLst>
            <pc:docMk/>
            <pc:sldMk cId="3288209097" sldId="598"/>
            <ac:graphicFrameMk id="23556" creationId="{00000000-0000-0000-0000-000000000000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9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5:21.346" v="838" actId="1076"/>
        <pc:sldMkLst>
          <pc:docMk/>
          <pc:sldMk cId="1658994099" sldId="599"/>
        </pc:sldMkLst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2" creationId="{B1287533-577B-0CE4-6BF0-0CBF53FBE0E7}"/>
          </ac:spMkLst>
        </pc:spChg>
        <pc:spChg chg="mod">
          <ac:chgData name="Vempi Satriya" userId="c28fa87cdebdc656" providerId="LiveId" clId="{63E91B12-6D81-43DC-90EF-03735CFC9BF7}" dt="2026-08-23T13:42:34.461" v="699" actId="20577"/>
          <ac:spMkLst>
            <pc:docMk/>
            <pc:sldMk cId="1658994099" sldId="599"/>
            <ac:spMk id="3" creationId="{ECA84B56-4FEE-8431-99D9-0882C27F9253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6" creationId="{14703FD4-24FC-B5C2-6763-E20A7A6C71C4}"/>
          </ac:spMkLst>
        </pc:spChg>
        <pc:spChg chg="add mod">
          <ac:chgData name="Vempi Satriya" userId="c28fa87cdebdc656" providerId="LiveId" clId="{63E91B12-6D81-43DC-90EF-03735CFC9BF7}" dt="2026-08-23T17:25:21.346" v="838" actId="1076"/>
          <ac:spMkLst>
            <pc:docMk/>
            <pc:sldMk cId="1658994099" sldId="599"/>
            <ac:spMk id="6" creationId="{773FDF8C-64D1-6885-D824-744B0434B4BF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7" creationId="{553E0697-4895-3CFD-E466-777FC17345E4}"/>
          </ac:spMkLst>
        </pc:spChg>
        <pc:spChg chg="add del mod">
          <ac:chgData name="Vempi Satriya" userId="c28fa87cdebdc656" providerId="LiveId" clId="{63E91B12-6D81-43DC-90EF-03735CFC9BF7}" dt="2026-08-22T23:59:14.533" v="383" actId="478"/>
          <ac:spMkLst>
            <pc:docMk/>
            <pc:sldMk cId="1658994099" sldId="599"/>
            <ac:spMk id="8" creationId="{972CC7CD-BDA1-B7B9-0136-55D853D1BA96}"/>
          </ac:spMkLst>
        </pc:spChg>
        <pc:spChg chg="add mod">
          <ac:chgData name="Vempi Satriya" userId="c28fa87cdebdc656" providerId="LiveId" clId="{63E91B12-6D81-43DC-90EF-03735CFC9BF7}" dt="2026-08-23T17:25:14.882" v="834" actId="21"/>
          <ac:spMkLst>
            <pc:docMk/>
            <pc:sldMk cId="1658994099" sldId="599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4" creationId="{9FAA8AD0-D69D-3E28-30CC-DA187FE60DA1}"/>
          </ac:graphicFrameMkLst>
        </pc:graphicFrame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6" creationId="{AFFF07A1-9180-7171-1F1A-FEC3732E1787}"/>
          </ac:graphicFrameMkLst>
        </pc:graphicFrameChg>
        <pc:picChg chg="add mod ord modCrop">
          <ac:chgData name="Vempi Satriya" userId="c28fa87cdebdc656" providerId="LiveId" clId="{63E91B12-6D81-43DC-90EF-03735CFC9BF7}" dt="2026-08-23T17:25:08.944" v="831" actId="1076"/>
          <ac:picMkLst>
            <pc:docMk/>
            <pc:sldMk cId="1658994099" sldId="599"/>
            <ac:picMk id="5" creationId="{AE288904-A380-B942-7A6B-A978BBBF2B1F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0"/>
            <ac:spMk id="6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2:38.742" v="700"/>
        <pc:sldMkLst>
          <pc:docMk/>
          <pc:sldMk cId="1360397227" sldId="600"/>
        </pc:sldMkLst>
        <pc:spChg chg="mod">
          <ac:chgData name="Vempi Satriya" userId="c28fa87cdebdc656" providerId="LiveId" clId="{63E91B12-6D81-43DC-90EF-03735CFC9BF7}" dt="2026-08-23T13:42:38.742" v="700"/>
          <ac:spMkLst>
            <pc:docMk/>
            <pc:sldMk cId="1360397227" sldId="600"/>
            <ac:spMk id="3" creationId="{E440986D-7655-BB6F-1669-941071BEE58E}"/>
          </ac:spMkLst>
        </pc:spChg>
        <pc:spChg chg="add del mod">
          <ac:chgData name="Vempi Satriya" userId="c28fa87cdebdc656" providerId="LiveId" clId="{63E91B12-6D81-43DC-90EF-03735CFC9BF7}" dt="2026-08-22T23:59:41.645" v="393" actId="478"/>
          <ac:spMkLst>
            <pc:docMk/>
            <pc:sldMk cId="1360397227" sldId="600"/>
            <ac:spMk id="5" creationId="{CB679DDC-6C15-B507-B7F9-4BC6FD5783C6}"/>
          </ac:spMkLst>
        </pc:spChg>
        <pc:spChg chg="add mod">
          <ac:chgData name="Vempi Satriya" userId="c28fa87cdebdc656" providerId="LiveId" clId="{63E91B12-6D81-43DC-90EF-03735CFC9BF7}" dt="2026-08-22T23:59:57.705" v="401" actId="20577"/>
          <ac:spMkLst>
            <pc:docMk/>
            <pc:sldMk cId="1360397227" sldId="600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9:34.567" v="392" actId="478"/>
          <ac:spMkLst>
            <pc:docMk/>
            <pc:sldMk cId="1360397227" sldId="600"/>
            <ac:spMk id="9" creationId="{3A58C062-723C-EA47-A4D7-98329E2D1941}"/>
          </ac:spMkLst>
        </pc:spChg>
        <pc:graphicFrameChg chg="add mod">
          <ac:chgData name="Vempi Satriya" userId="c28fa87cdebdc656" providerId="LiveId" clId="{63E91B12-6D81-43DC-90EF-03735CFC9BF7}" dt="2026-08-23T00:00:02.251" v="403" actId="1076"/>
          <ac:graphicFrameMkLst>
            <pc:docMk/>
            <pc:sldMk cId="1360397227" sldId="600"/>
            <ac:graphicFrameMk id="25602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3T00:00:00.457" v="402" actId="1076"/>
          <ac:graphicFrameMkLst>
            <pc:docMk/>
            <pc:sldMk cId="1360397227" sldId="600"/>
            <ac:graphicFrameMk id="25603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1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23.054" v="821" actId="113"/>
        <pc:sldMkLst>
          <pc:docMk/>
          <pc:sldMk cId="838614127" sldId="601"/>
        </pc:sldMkLst>
        <pc:spChg chg="add del mod">
          <ac:chgData name="Vempi Satriya" userId="c28fa87cdebdc656" providerId="LiveId" clId="{63E91B12-6D81-43DC-90EF-03735CFC9BF7}" dt="2026-08-23T00:00:19.089" v="408" actId="478"/>
          <ac:spMkLst>
            <pc:docMk/>
            <pc:sldMk cId="838614127" sldId="601"/>
            <ac:spMk id="5" creationId="{A3F3ABB8-1A15-EE39-EA84-E7823E609667}"/>
          </ac:spMkLst>
        </pc:spChg>
        <pc:spChg chg="del">
          <ac:chgData name="Vempi Satriya" userId="c28fa87cdebdc656" providerId="LiveId" clId="{63E91B12-6D81-43DC-90EF-03735CFC9BF7}" dt="2026-08-23T00:00:16.010" v="405" actId="478"/>
          <ac:spMkLst>
            <pc:docMk/>
            <pc:sldMk cId="838614127" sldId="601"/>
            <ac:spMk id="6" creationId="{5597063A-4EEA-C421-5442-65FCAD0D4805}"/>
          </ac:spMkLst>
        </pc:spChg>
        <pc:spChg chg="add mod">
          <ac:chgData name="Vempi Satriya" userId="c28fa87cdebdc656" providerId="LiveId" clId="{63E91B12-6D81-43DC-90EF-03735CFC9BF7}" dt="2026-08-23T17:23:23.054" v="821" actId="113"/>
          <ac:spMkLst>
            <pc:docMk/>
            <pc:sldMk cId="838614127" sldId="601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2" creationId="{6C94E2BA-5C86-2216-2D42-E5E47A269278}"/>
          </ac:graphicFrameMkLst>
        </pc:graphicFrame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3" creationId="{C411B742-D6CA-E190-C537-7E135E24BF79}"/>
          </ac:graphicFrameMkLst>
        </pc:graphicFrameChg>
        <pc:picChg chg="add mod ord modCrop">
          <ac:chgData name="Vempi Satriya" userId="c28fa87cdebdc656" providerId="LiveId" clId="{63E91B12-6D81-43DC-90EF-03735CFC9BF7}" dt="2026-08-23T17:23:05.116" v="816" actId="167"/>
          <ac:picMkLst>
            <pc:docMk/>
            <pc:sldMk cId="838614127" sldId="601"/>
            <ac:picMk id="5" creationId="{894F2841-AE65-1233-9D4A-A06D50AAD71F}"/>
          </ac:picMkLst>
        </pc:picChg>
        <pc:picChg chg="add del mod ord">
          <ac:chgData name="Vempi Satriya" userId="c28fa87cdebdc656" providerId="LiveId" clId="{63E91B12-6D81-43DC-90EF-03735CFC9BF7}" dt="2026-08-23T00:00:17.985" v="407" actId="34307"/>
          <ac:picMkLst>
            <pc:docMk/>
            <pc:sldMk cId="838614127" sldId="601"/>
            <ac:picMk id="7" creationId="{16496341-2215-C544-4A81-6A985B18E3AB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602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60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6:22.109" v="844" actId="1076"/>
        <pc:sldMkLst>
          <pc:docMk/>
          <pc:sldMk cId="2076696762" sldId="602"/>
        </pc:sldMkLst>
        <pc:spChg chg="mod">
          <ac:chgData name="Vempi Satriya" userId="c28fa87cdebdc656" providerId="LiveId" clId="{63E91B12-6D81-43DC-90EF-03735CFC9BF7}" dt="2026-08-23T13:43:14.171" v="709" actId="20577"/>
          <ac:spMkLst>
            <pc:docMk/>
            <pc:sldMk cId="2076696762" sldId="602"/>
            <ac:spMk id="3" creationId="{9F092D4A-BD60-6B3C-AADE-751048C23332}"/>
          </ac:spMkLst>
        </pc:spChg>
        <pc:spChg chg="add del mod">
          <ac:chgData name="Vempi Satriya" userId="c28fa87cdebdc656" providerId="LiveId" clId="{63E91B12-6D81-43DC-90EF-03735CFC9BF7}" dt="2026-08-23T00:00:40.177" v="416" actId="478"/>
          <ac:spMkLst>
            <pc:docMk/>
            <pc:sldMk cId="2076696762" sldId="602"/>
            <ac:spMk id="5" creationId="{497058C2-FA2E-36EA-DFB3-601837F140EF}"/>
          </ac:spMkLst>
        </pc:spChg>
        <pc:spChg chg="add mod">
          <ac:chgData name="Vempi Satriya" userId="c28fa87cdebdc656" providerId="LiveId" clId="{63E91B12-6D81-43DC-90EF-03735CFC9BF7}" dt="2026-08-23T17:25:34.348" v="841" actId="20577"/>
          <ac:spMkLst>
            <pc:docMk/>
            <pc:sldMk cId="2076696762" sldId="602"/>
            <ac:spMk id="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7:26:22.109" v="844" actId="1076"/>
          <ac:spMkLst>
            <pc:docMk/>
            <pc:sldMk cId="2076696762" sldId="602"/>
            <ac:spMk id="7" creationId="{436DD134-9BF9-5518-32EB-D3CFBFDA5CC7}"/>
          </ac:spMkLst>
        </pc:spChg>
        <pc:spChg chg="del">
          <ac:chgData name="Vempi Satriya" userId="c28fa87cdebdc656" providerId="LiveId" clId="{63E91B12-6D81-43DC-90EF-03735CFC9BF7}" dt="2026-08-23T00:00:38.114" v="415" actId="478"/>
          <ac:spMkLst>
            <pc:docMk/>
            <pc:sldMk cId="2076696762" sldId="602"/>
            <ac:spMk id="8" creationId="{D3983FAD-1FC2-979E-2008-92513AD7CA3A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3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3:41.653" v="734" actId="20577"/>
        <pc:sldMkLst>
          <pc:docMk/>
          <pc:sldMk cId="908832390" sldId="603"/>
        </pc:sldMkLst>
        <pc:spChg chg="mod">
          <ac:chgData name="Vempi Satriya" userId="c28fa87cdebdc656" providerId="LiveId" clId="{63E91B12-6D81-43DC-90EF-03735CFC9BF7}" dt="2026-08-23T13:43:21.236" v="723" actId="20577"/>
          <ac:spMkLst>
            <pc:docMk/>
            <pc:sldMk cId="908832390" sldId="603"/>
            <ac:spMk id="3" creationId="{F391BFCF-CEBA-BC46-42A9-F24674804D9E}"/>
          </ac:spMkLst>
        </pc:spChg>
        <pc:spChg chg="add del mod">
          <ac:chgData name="Vempi Satriya" userId="c28fa87cdebdc656" providerId="LiveId" clId="{63E91B12-6D81-43DC-90EF-03735CFC9BF7}" dt="2026-08-23T00:02:01.509" v="445" actId="478"/>
          <ac:spMkLst>
            <pc:docMk/>
            <pc:sldMk cId="908832390" sldId="603"/>
            <ac:spMk id="5" creationId="{8876AA1A-D6D8-4F35-A020-7370A7F2415B}"/>
          </ac:spMkLst>
        </pc:spChg>
        <pc:spChg chg="del">
          <ac:chgData name="Vempi Satriya" userId="c28fa87cdebdc656" providerId="LiveId" clId="{63E91B12-6D81-43DC-90EF-03735CFC9BF7}" dt="2026-08-23T00:01:58.080" v="443" actId="478"/>
          <ac:spMkLst>
            <pc:docMk/>
            <pc:sldMk cId="908832390" sldId="603"/>
            <ac:spMk id="6" creationId="{0924BA41-40CE-F4AB-B43A-57212FE09AED}"/>
          </ac:spMkLst>
        </pc:spChg>
        <pc:spChg chg="del">
          <ac:chgData name="Vempi Satriya" userId="c28fa87cdebdc656" providerId="LiveId" clId="{63E91B12-6D81-43DC-90EF-03735CFC9BF7}" dt="2026-08-23T00:02:00.405" v="444" actId="478"/>
          <ac:spMkLst>
            <pc:docMk/>
            <pc:sldMk cId="908832390" sldId="603"/>
            <ac:spMk id="7" creationId="{A2CDDCA1-D852-9649-95F1-29845510ABEF}"/>
          </ac:spMkLst>
        </pc:spChg>
        <pc:spChg chg="add mod">
          <ac:chgData name="Vempi Satriya" userId="c28fa87cdebdc656" providerId="LiveId" clId="{63E91B12-6D81-43DC-90EF-03735CFC9BF7}" dt="2026-08-23T13:43:41.653" v="734" actId="20577"/>
          <ac:spMkLst>
            <pc:docMk/>
            <pc:sldMk cId="908832390" sldId="603"/>
            <ac:spMk id="8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4:00.955" v="746" actId="20577"/>
        <pc:sldMkLst>
          <pc:docMk/>
          <pc:sldMk cId="54976208" sldId="604"/>
        </pc:sldMkLst>
        <pc:spChg chg="mod">
          <ac:chgData name="Vempi Satriya" userId="c28fa87cdebdc656" providerId="LiveId" clId="{63E91B12-6D81-43DC-90EF-03735CFC9BF7}" dt="2026-08-23T00:02:33.993" v="456" actId="20577"/>
          <ac:spMkLst>
            <pc:docMk/>
            <pc:sldMk cId="54976208" sldId="604"/>
            <ac:spMk id="3" creationId="{8B621453-71EF-CDCA-C821-BAA8FA3B71F9}"/>
          </ac:spMkLst>
        </pc:spChg>
        <pc:spChg chg="add del mod">
          <ac:chgData name="Vempi Satriya" userId="c28fa87cdebdc656" providerId="LiveId" clId="{63E91B12-6D81-43DC-90EF-03735CFC9BF7}" dt="2026-08-23T00:02:42.051" v="460" actId="478"/>
          <ac:spMkLst>
            <pc:docMk/>
            <pc:sldMk cId="54976208" sldId="604"/>
            <ac:spMk id="5" creationId="{32E2EF4C-5209-CEC5-0652-DCAAEFBE7671}"/>
          </ac:spMkLst>
        </pc:spChg>
        <pc:spChg chg="add mod">
          <ac:chgData name="Vempi Satriya" userId="c28fa87cdebdc656" providerId="LiveId" clId="{63E91B12-6D81-43DC-90EF-03735CFC9BF7}" dt="2026-08-23T13:44:00.955" v="746" actId="20577"/>
          <ac:spMkLst>
            <pc:docMk/>
            <pc:sldMk cId="54976208" sldId="604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9.850" v="458" actId="478"/>
          <ac:spMkLst>
            <pc:docMk/>
            <pc:sldMk cId="54976208" sldId="604"/>
            <ac:spMk id="8" creationId="{42D95736-80F2-2200-8D21-C7BAB6D50E20}"/>
          </ac:spMkLst>
        </pc:spChg>
        <pc:graphicFrameChg chg="add mod">
          <ac:chgData name="Vempi Satriya" userId="c28fa87cdebdc656" providerId="LiveId" clId="{63E91B12-6D81-43DC-90EF-03735CFC9BF7}" dt="2026-08-23T00:02:40.152" v="459"/>
          <ac:graphicFrameMkLst>
            <pc:docMk/>
            <pc:sldMk cId="54976208" sldId="604"/>
            <ac:graphicFrameMk id="26625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5"/>
            <ac:spMk id="4" creationId="{00000000-0000-0000-0000-000000000000}"/>
          </ac:spMkLst>
        </pc:spChg>
      </pc:sldChg>
      <pc:sldChg chg="addSp modSp add mod ord">
        <pc:chgData name="Vempi Satriya" userId="c28fa87cdebdc656" providerId="LiveId" clId="{63E91B12-6D81-43DC-90EF-03735CFC9BF7}" dt="2026-08-23T17:19:33.675" v="795" actId="732"/>
        <pc:sldMkLst>
          <pc:docMk/>
          <pc:sldMk cId="1004775700" sldId="605"/>
        </pc:sldMkLst>
        <pc:spChg chg="mod">
          <ac:chgData name="Vempi Satriya" userId="c28fa87cdebdc656" providerId="LiveId" clId="{63E91B12-6D81-43DC-90EF-03735CFC9BF7}" dt="2026-08-23T17:16:47.962" v="776" actId="113"/>
          <ac:spMkLst>
            <pc:docMk/>
            <pc:sldMk cId="1004775700" sldId="605"/>
            <ac:spMk id="7" creationId="{4A09EA07-2AB6-5E08-C632-F87CC147CB42}"/>
          </ac:spMkLst>
        </pc:spChg>
        <pc:picChg chg="add mod modCrop">
          <ac:chgData name="Vempi Satriya" userId="c28fa87cdebdc656" providerId="LiveId" clId="{63E91B12-6D81-43DC-90EF-03735CFC9BF7}" dt="2026-08-23T17:19:33.675" v="795" actId="732"/>
          <ac:picMkLst>
            <pc:docMk/>
            <pc:sldMk cId="1004775700" sldId="605"/>
            <ac:picMk id="5" creationId="{7811F7B7-43DD-A0F0-6779-71206B8C52ED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6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7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7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8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9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0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1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2"/>
            <ac:spMk id="4" creationId="{00000000-0000-0000-0000-000000000000}"/>
          </ac:spMkLst>
        </pc:spChg>
      </pc:sldChg>
      <pc:sldChg chg="modSp add del mod ord">
        <pc:chgData name="Vempi Satriya" userId="c28fa87cdebdc656" providerId="LiveId" clId="{63E91B12-6D81-43DC-90EF-03735CFC9BF7}" dt="2026-08-22T23:45:26.015" v="52" actId="47"/>
        <pc:sldMkLst>
          <pc:docMk/>
          <pc:sldMk cId="2566782280" sldId="675"/>
        </pc:sldMkLst>
        <pc:spChg chg="mod">
          <ac:chgData name="Vempi Satriya" userId="c28fa87cdebdc656" providerId="LiveId" clId="{63E91B12-6D81-43DC-90EF-03735CFC9BF7}" dt="2026-08-22T23:45:16.153" v="51" actId="20577"/>
          <ac:spMkLst>
            <pc:docMk/>
            <pc:sldMk cId="2566782280" sldId="675"/>
            <ac:spMk id="2" creationId="{49F57B89-E735-2445-E211-2F43000213C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3400"/>
              <a:t>Algorithms and Computer Programming</a:t>
            </a:r>
            <a:br/>
            <a:r>
              <a:rPr sz="1900" i="1" b="0">
                <a:solidFill>
                  <a:srgbClr val="000000"/>
                </a:solidFill>
              </a:rPr>
              <a:t>Excel and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Department of Civil and Environmental Engineering, Faculty of Engineering,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August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Department of Civil and Environmental Engineering,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00" b="1"/>
              <a:t>Meeting 3: </a:t>
            </a:r>
            <a:r>
              <a:rPr sz="2100"/>
              <a:t>Excel Functions and 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Built-in Excel functions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TRUE/FALSE logic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Single IF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Nested IF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Student grade case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Write Excel functions with correct arguments.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Read logical expressions as TRUE or FALSE.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Use single IF and nested IF formulas.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Create A, B, C, D, E grade rules consistently.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Excel Functions and IF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100-Minute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794760"/>
                <a:gridCol w="297180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Minutes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Small product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Formula and reference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Prediction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12-28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SUM, AVERAGE, MIN, MAX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Data summary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28-43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Logical operators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TRUE/FALSE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43-60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Single IF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Pass/fail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60-78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Nested IF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A-B-C-D-E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78-92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Student grade exercise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Grade table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92-100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Exercise and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Three core answers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Core 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function turns inputs into an output: =FUNCTION_NAME(arguments).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SUM adds; AVERAGE finds the mean; MIN/MAX find limits.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Arguments may be numbers, cells, or ranges.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Function names make the intent of a calculation visible.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Excel Functions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An expression such as B2&gt;=60 returns TRUE or FALSE.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AND requires all conditions to be true; OR only needs one.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Grade boundaries must be consistent and non-overlapping.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Clear logic matters more than a short-looking formula.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TRUE/FALSE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Pattern: =IF(condition, value</a:t>
            </a:r>
            <a:r>
              <a:rPr sz="1550" i="1"/>
              <a:t>if</a:t>
            </a:r>
            <a:r>
              <a:rPr sz="1550"/>
              <a:t>true, value</a:t>
            </a:r>
            <a:r>
              <a:rPr sz="1550" i="1"/>
              <a:t>if</a:t>
            </a:r>
            <a:r>
              <a:rPr sz="1550"/>
              <a:t>false).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Example: =IF(B2&gt;=60, "Pass", "Fail").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Always test boundaries: 59, 60, and 61.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Boundary cases are where many bugs appear.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Single IF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Nested IF is used when there are more than two categories.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Example: A &gt;= 80, B &gt;= 70, C &gt;= 60, D &gt;= 50, otherwise 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Start from the highest boundary to keep the formula readable.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Use a lookup table when the rules become long.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Nested IF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Create final score and letter grade columns for 8 students.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Test scores 49, 50, 59, 60, 69, 70, 79, and 80.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Explain one IF formula line in ordinary language.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Class Exercise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Work individually for 6 minutes, then discuss quickly for 7 minutes.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Predict the result of =IF(75&gt;=70,"B","C").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Why must score 80 be tested when creating grade A?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Write the nested IF grading rule A, B, C, D, E in sentences.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Short Exercise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concept that is now clear.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part that is still confusing.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civil engineering use case you want to try.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Start from a small problem, make the steps clear, then validate the result.</a:t>
            </a:r>
          </a:p>
          <a:p>
            <a:r>
              <a:rPr sz="1300">
                <a:solidFill>
                  <a:srgbClr val="FFFFFF"/>
                </a:solidFill>
              </a:rPr>
              <a:t>- Algorithms and Computer Programming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1932</Words>
  <Application>Microsoft Office PowerPoint</Application>
  <PresentationFormat>On-screen Show (16:9)</PresentationFormat>
  <Paragraphs>380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Arial</vt:lpstr>
      <vt:lpstr>Calibri</vt:lpstr>
      <vt:lpstr>Cambria</vt:lpstr>
      <vt:lpstr>Roboto</vt:lpstr>
      <vt:lpstr>Segoe</vt:lpstr>
      <vt:lpstr>Segoe UI Light</vt:lpstr>
      <vt:lpstr>Symbol</vt:lpstr>
      <vt:lpstr>Trebuchet MS</vt:lpstr>
      <vt:lpstr>Wingdings</vt:lpstr>
      <vt:lpstr>WordVisi_MSFontService</vt:lpstr>
      <vt:lpstr>Office Theme</vt:lpstr>
      <vt:lpstr>Equation</vt:lpstr>
      <vt:lpstr>Visio</vt:lpstr>
      <vt:lpstr>Metode Numerik Numerical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2026-08-23T17:26:38Z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