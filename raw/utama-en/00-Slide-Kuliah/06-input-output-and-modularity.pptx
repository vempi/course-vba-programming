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6: </a:t>
            </a:r>
            <a:r>
              <a:rPr sz="2100"/>
              <a:t>Input-Output and Modularity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Cells and Range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Local and public variables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Arrays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Functions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Subroutines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Read and write data using Cells and Range.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Use variables to store temporary data.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Distinguish a Sub from a Function.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Create a more modular small program that is easier to test.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Input-Output and Modularity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Linear macro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Input-output pattern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Cells, Range, read, write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Output cell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Local and public variables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Scope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45-60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Arrays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Repeated data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Function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Modular formula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78-92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Subroutine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Main procedure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92-100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Exercise and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`Range("B2").Value` reads or writes one specific cell.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`Cells(row, column)` is convenient for loops because indices can change.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Separate input and output areas so old data is not overwritten accidentally.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Every small program needs reference input and output examples.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VBA Input-Output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variable stores temporary values: length, width, area, discharge.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local variable exists only inside the procedure where it is declared.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public variable can be shared by procedures, but is harder to trace.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For beginners, local variables usually make debugging clearer.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Variables and Scope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An array stores many values under one name and index.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It fits lists of lengths, discharges, elevations, or student scores.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Indices let a program read repeated data inside a loop.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Record the first and last index to avoid out-of-range errors.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Arrays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Function returns a value, for example `Area(L, W)`.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Subroutine performs actions, for example reading a table and writing a report.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Modularity lets us test code part by part.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Clear function names are the first layer of documentation.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Function and Sub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Short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Read from top to bottom: data in, process, then result out.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VBA Script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Option Explicit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Function RectangleArea(l As Double, w As Double) As Double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RectangleArea = l * w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Function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Sub WriteArea()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Dim l As Double, w As Double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 = Range("B1").Value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w = Range("B2").Value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Range("B3").Value = RectangleArea(l, w)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Observation focus: input, process, output, and data location.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Create a Function for block volume: length * width * height.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Create a Sub that reads B1:B3 and writes the result to B4.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Test with 2, 3, and 4 so the manual result is 24.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When is Cells(i, 2) better than Range("B2")?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What is the main difference between a Function and a Subroutine?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Why should public variables be used carefully?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Exercise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