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5: </a:t>
            </a:r>
            <a:r>
              <a:rPr sz="2100"/>
              <a:t>VBA and Linear Macros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Excel components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Cell formulas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VBA editor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Record macro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Linear programs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Explain workbook, worksheet, range, macro, module, and subroutine.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Record a simple macro and read the generated code.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Modify recorded code into a cleaner linear program.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Run an Excel calculation sequence from VBA.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VBA and Linear Macros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Excel as a VBA 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Object map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12-28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Cell formula vs macro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Workflow comparison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VBA editor and module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First Sub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Record macro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Recorded code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62-80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Clean a linear macro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Readable macro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80-93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Simple calculation exercise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Run macro/button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Quiz and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workbook contains worksheets; a worksheet contains cells and ranges.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Formulas are good for open, visible calculation models.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Macros are good for repeated steps: clean data, format, calculate, report.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VBA runs inside a host application such as Excel or AutoCAD.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Excel Components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Record Macro captures manual operations as VBA code.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Recorded code is often too long, but useful for learning objects and commands.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Read the recording as a sequence of actions, not as final code.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After understanding it, rename, remove noise, and structure the code.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Recording Macros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linear program runs from the first line to the last line without branching.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Starter pattern: write labels, read inputs, calculate, write 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Use `Option Explicit` so mistyped variables are detected early.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Test with small numbers that can be checked manually.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Linear Programs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Short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Read from top to bottom: data in, process, then result out.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VBA Script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CalculateSlabArea()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Range("A1").Value = "Length"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Range("A2").Value = "Width"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Range("A3").Value = "Area"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Range("B1").Value *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Observation focus: input, process, output, and data location.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Record a macro that creates a table header and simple formatting.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Open the recorded code and remove unnecessary steps.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Add one area calculation line using inputs B1 and B2.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What is the difference between a cell formula and a VBA macro?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Why does recorded macro code usually need cleaning?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What does `Option Explicit` do while learning VBA?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Quiz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