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Algorithms and Computer Programming</a:t>
            </a:r>
            <a:br/>
            <a:r>
              <a:rPr sz="1900" i="1" b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Meeting 4: </a:t>
            </a:r>
            <a:r>
              <a:rPr sz="2100"/>
              <a:t>Algorithms and Elements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Problems into steps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Algorithm definition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Input-process-output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Flowcharts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Pseudocode and programs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Break a calculation problem into ordered steps.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Recognise input, process, decision, loop, and output.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Write simple pseudocode before Excel formulas or VBA.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Connect an algorithm to a computer program.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Algorithms and Elements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Daily tasks and civil calculations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Manual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Algorithm definition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Good algorithm traits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25-43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Input-process-output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IPO sketch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43-62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Flowcharts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Main symbols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62-80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Pseudocode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Human-readable 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80-93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Translate to Excel/VBA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Small program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93-100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Quiz and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computer does not understand a general intention; it executes specific instructions.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Our job is to turn a problem into an unambiguous sequence of steps.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An algorithm may be written as sentences, a flowchart, or pseudocode.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Before coding, make sure the manual example is correct.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Problem to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Input: required data, including units and reasonable limits.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Process: formulas, transformations, decisions, or repetition.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Output: the result that the user will use.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Validation: a reference check to decide whether the result makes sense.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Algorithm Elements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Oval: start/end; parallelogram: input/output.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Rectangle: process; diamond: decision.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Arrows show execution order.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flowchart helps us see branches and loops before coding.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Flowcharts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Pseudocode is an algorithm written in semi-formal language.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Example: read length, read width, area = length * width, display area.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The syntax need not be perfect, but the steps must be executable.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Pseudocode bridges an idea to Excel or VBA.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Pseudocode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Use a rectangular cross-section area case.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Write input, process, and output in three lines.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Convert it into pseudocode and a simple flowchart.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Identify input, process, and output for concrete beam volume.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Why should an algorithm be tested with simple numbers before coding?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When is a flowchart more helpful than pseudocode?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Short Quiz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